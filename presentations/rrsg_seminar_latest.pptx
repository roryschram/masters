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1"/>
  </p:normalViewPr>
  <p:slideViewPr>
    <p:cSldViewPr snapToGrid="0">
      <p:cViewPr varScale="1">
        <p:scale>
          <a:sx n="108" d="100"/>
          <a:sy n="108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E51E5-3311-C44D-D6F5-29C10310E7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7843A2-59DF-585E-ACC6-59CD49B31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78DFB-E224-5A2F-61BC-DC3D4A275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2A32F8-7AEE-E825-7553-58F02FFC8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37DF0-EA2F-5583-8D0A-092CD31D2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241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BA392-08B4-43B6-1049-9B4C8FFD7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17D33-5815-AB6B-377B-1102150C4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2BAD7-DB5C-AFD5-2900-60D80F345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CB7DA-D0A4-E455-1152-BDD55F79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07372-71AE-952B-B02C-A9ABDFFBA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49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41B70-C627-519C-4952-618669590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9CF38A-D156-BE9A-1910-AC9C286A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B3FAAF-E924-D2E0-F3F8-C92154F3A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3C3A5-AC91-FD89-08BE-81A0E95AF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66100D-79A0-DA56-1A82-C8AED45D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55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D9EC5-3FAA-1F57-14D5-5ACA11406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9B4D-A72C-0E4E-0E09-CFFE15374B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1D7337-EB2F-BCFF-3213-E8536DED8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0A496-4ACC-39EE-D93C-189D45D05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04CFA-99EE-8683-461C-B133D1018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9C934-6933-08FF-EDFE-278BEDE92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31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21A0E-46F9-42EA-4FAD-85AD9AE2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E3E26D-149A-6996-E8B0-2F365461A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E7314-55E0-5E53-5665-8C730DE3CA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A3B07-CA53-58D1-29CE-5548F164A3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F7EA7-B1AA-BAF3-3223-E206A5A17C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7E66D-2A7D-173B-2767-BE3282186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A114B7-AEDB-7D53-335F-1A9501F86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7EDD88-8500-4C43-5DCD-6B56DE184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569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B5D61-2D11-CB57-CFCE-76A8AEDD5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664365-5968-857B-B6F6-E93F5F018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6B99A5-D2A8-F717-EFDF-7C4F3C20A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AC569-8107-5EF7-B169-6D005342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709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4048EB-4738-2566-7AC1-06F051FE0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BCDAA2-8AAF-470D-7567-81F075B1C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40BD6-F263-EBD0-46DC-B1E528C77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600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A4076-1D9A-8D7D-EA0E-B935EBBB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242D0-A0B3-735F-4509-6E2E8439D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ACA3D3-AACE-F400-6BE7-4D15E8111E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23CAC6-F395-B90E-B661-C19B651CD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3207-E1DF-C493-F948-11DC3427A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A9BC05-7BE1-2A31-9585-4867B2A0E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01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B33C-DE22-DFE1-0300-98681E435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0A8B5D-7F9D-7540-74CC-11FD315F9F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49B08-05FD-AADC-236B-467306A898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36C6D-AF36-B5B2-AA75-CFDD40EFC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A9DBD0-34A3-E9BA-F090-11514C000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DEEA3-A5CC-4A0D-2861-D60821254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428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61DA0-4964-418E-68ED-060960858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F87D32-5630-9828-14CB-B2BA5A20D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5A6CC-C80E-4C7B-D070-D3B60590B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4FF8CB-E371-62EA-B122-8D3FBB69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40560-A457-9A3A-6B04-B17476CEA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372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95C983-9AFA-247D-722B-3047368C4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709055-3ACA-94A6-8AD9-494FA64669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735E-49F7-5FD8-F2EF-2A80335F8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B7DFB5-BB23-D253-D4B4-766C02EC8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70179-655D-2727-4D32-537713FF5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148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8815C2-9990-7B4F-7D93-22FB4954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0022F-8B81-61A8-E207-823F2AD95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059B0-52F5-A64A-B1C8-935D04FE61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6A8D86-C5E4-524B-8057-53D916D88B16}" type="datetimeFigureOut">
              <a:rPr lang="en-US" smtClean="0"/>
              <a:t>8/11/25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75DB8-2211-69A5-B80C-251A2E0BEE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B9A5B-8BAD-3119-8AB3-719D0D8EBC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8AA6EE-10E7-AE46-9D86-B298884D3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55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B0831-91FD-1F51-E519-726105DA93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092320-6CCC-1B89-B82A-8880056382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2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1</cp:revision>
  <dcterms:created xsi:type="dcterms:W3CDTF">2025-08-11T13:07:48Z</dcterms:created>
  <dcterms:modified xsi:type="dcterms:W3CDTF">2025-08-11T13:08:16Z</dcterms:modified>
</cp:coreProperties>
</file>