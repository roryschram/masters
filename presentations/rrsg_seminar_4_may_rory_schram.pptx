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37"/>
  </p:normalViewPr>
  <p:slideViewPr>
    <p:cSldViewPr snapToGrid="0">
      <p:cViewPr varScale="1">
        <p:scale>
          <a:sx n="108" d="100"/>
          <a:sy n="108" d="100"/>
        </p:scale>
        <p:origin x="7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11B82-C41D-C6A1-7421-D5429E763E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DFEE3A-C0D0-DEF5-2FC1-BCF68CD32A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0250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Tw Cen MT</vt:lpstr>
      <vt:lpstr>Circuit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Rory Schram</dc:creator>
  <cp:lastModifiedBy>Rory Schram</cp:lastModifiedBy>
  <cp:revision>1</cp:revision>
  <dcterms:created xsi:type="dcterms:W3CDTF">2025-01-29T10:59:11Z</dcterms:created>
  <dcterms:modified xsi:type="dcterms:W3CDTF">2025-01-29T11:00:07Z</dcterms:modified>
</cp:coreProperties>
</file>