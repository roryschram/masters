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1" r:id="rId6"/>
    <p:sldId id="266" r:id="rId7"/>
    <p:sldId id="260" r:id="rId8"/>
    <p:sldId id="262" r:id="rId9"/>
    <p:sldId id="267" r:id="rId10"/>
    <p:sldId id="268" r:id="rId11"/>
    <p:sldId id="263" r:id="rId12"/>
    <p:sldId id="264" r:id="rId13"/>
    <p:sldId id="269" r:id="rId14"/>
    <p:sldId id="270" r:id="rId15"/>
    <p:sldId id="271" r:id="rId16"/>
    <p:sldId id="265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33"/>
  </p:normalViewPr>
  <p:slideViewPr>
    <p:cSldViewPr snapToGrid="0">
      <p:cViewPr varScale="1">
        <p:scale>
          <a:sx n="107" d="100"/>
          <a:sy n="107" d="100"/>
        </p:scale>
        <p:origin x="7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10FEAB-BC54-C548-9575-F27030D47CA5}" type="datetimeFigureOut">
              <a:rPr lang="en-US" smtClean="0"/>
              <a:t>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EB238D-261F-6E44-8704-D8C57C60A4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815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81AA6914-78DE-6345-88C6-F630D2EF8C2A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F2E01-0F52-9F43-8A2E-F793B55DB1B2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8AB2B-C925-C84C-969B-C0E48A2EA19A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3F32E-9AA5-7844-9601-0FC73D8A05C2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D6623-B331-BD41-A585-1EBA3F4A5C3B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9F7E-1D1C-2F47-8270-097434FD8B2D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1AC3F-6594-014C-895E-B52F768EEE10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24F8F0-24FB-CA48-9DCA-19A422ABE65D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E50B-A26A-5B40-B71F-C0E661F1FA80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5F694-594F-1346-A664-EE3489DD6277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864ED-10F8-7848-B2EA-CD3705F6EF3D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E993B-3ABC-6E4A-AD56-FA85417EA112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B643E6-A7DF-3249-A65A-0F91FA81074A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EF52A-D81F-204F-82C7-2B9E586C8741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04ECF-DA01-4242-898A-94EA535F222E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D52AE-F34F-1A40-A892-5A250BDE2155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8310DC-4D59-5648-B385-226C5C2F8482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EDC5B6-F194-C74C-A77D-09058D833F0C}" type="datetime1">
              <a:rPr lang="en-ZA" smtClean="0"/>
              <a:t>2025/01/29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11B82-C41D-C6A1-7421-D5429E763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479676"/>
          </a:xfrm>
        </p:spPr>
        <p:txBody>
          <a:bodyPr>
            <a:normAutofit/>
          </a:bodyPr>
          <a:lstStyle/>
          <a:p>
            <a:r>
              <a:rPr lang="en-US" dirty="0"/>
              <a:t>Implementation of a Single pulse </a:t>
            </a:r>
            <a:r>
              <a:rPr lang="en-US" dirty="0" err="1"/>
              <a:t>ofdm</a:t>
            </a:r>
            <a:r>
              <a:rPr lang="en-US" dirty="0"/>
              <a:t> Based classification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DFEE3A-C0D0-DEF5-2FC1-BCF68CD32A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Rory Schram</a:t>
            </a:r>
          </a:p>
          <a:p>
            <a:r>
              <a:rPr lang="en-US" dirty="0"/>
              <a:t>Supervised by Dr Stephen Paine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CFF1F-F551-9D37-F33B-0F74DAF0F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1025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F928-EF58-09EB-3E51-757E00955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do this in FAQ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89F98-1E33-6A96-2D19-13D278644D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a typical single pulse RADAR?</a:t>
            </a:r>
          </a:p>
          <a:p>
            <a:r>
              <a:rPr lang="en-US" dirty="0"/>
              <a:t>What is OFDM?</a:t>
            </a:r>
          </a:p>
          <a:p>
            <a:r>
              <a:rPr lang="en-US" dirty="0"/>
              <a:t>Why are we combining to two technologies?</a:t>
            </a:r>
          </a:p>
          <a:p>
            <a:r>
              <a:rPr lang="en-US" dirty="0"/>
              <a:t>Ok so how far along are you?</a:t>
            </a:r>
          </a:p>
          <a:p>
            <a:r>
              <a:rPr lang="en-US" dirty="0"/>
              <a:t>What are my next steps?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0F87D0-D452-A80D-DA86-634C9BCD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55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33E8A-4497-6944-434C-68C3A332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typical single pulse RADAR?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4F810-7C97-43F4-53C3-DA0E715DB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pic>
        <p:nvPicPr>
          <p:cNvPr id="1028" name="Picture 4" descr="RADAR Basics">
            <a:extLst>
              <a:ext uri="{FF2B5EF4-FFF2-40B4-BE49-F238E27FC236}">
                <a16:creationId xmlns:a16="http://schemas.microsoft.com/office/drawing/2014/main" id="{1A58C854-32D1-3088-009F-F0E0D188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933" y="2097088"/>
            <a:ext cx="10826958" cy="2835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2083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BB81C-0D9A-32E6-6BFF-5F10F534F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OFDM?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95601-8EB6-7C27-34BB-229EEF905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pic>
        <p:nvPicPr>
          <p:cNvPr id="2050" name="Picture 2" descr="LTE radio and Orthogonal Frequency Division Multiplexing (OFDM)">
            <a:extLst>
              <a:ext uri="{FF2B5EF4-FFF2-40B4-BE49-F238E27FC236}">
                <a16:creationId xmlns:a16="http://schemas.microsoft.com/office/drawing/2014/main" id="{55F3FED2-3E6C-9834-7348-81ADE9A50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610" y="1357803"/>
            <a:ext cx="4622800" cy="4131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E73B13-E3B1-EBA6-B620-EF8F0A272C68}"/>
              </a:ext>
            </a:extLst>
          </p:cNvPr>
          <p:cNvSpPr txBox="1"/>
          <p:nvPr/>
        </p:nvSpPr>
        <p:spPr>
          <a:xfrm>
            <a:off x="902524" y="1781299"/>
            <a:ext cx="5193475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Multiple Subcarriers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Orthogonality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Subcarriers are mathematically orthogonal, meaning they do not interfere with each other.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High Spectral Efficiency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042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E52BA-5ED9-DA69-51BB-17F326D12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FDA34-407F-BD25-796D-7AA8AD01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why are we combining the two technologies?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C3D534-B5B2-ADB3-F69D-CE28BC36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008B21-825F-268D-E097-09AD17ED0D6D}"/>
              </a:ext>
            </a:extLst>
          </p:cNvPr>
          <p:cNvSpPr txBox="1"/>
          <p:nvPr/>
        </p:nvSpPr>
        <p:spPr>
          <a:xfrm>
            <a:off x="1141413" y="1978798"/>
            <a:ext cx="37393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It is all about the channel estimation!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253B62-91C2-7560-FEAD-236468F12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1840" y="1469116"/>
            <a:ext cx="5555570" cy="4739596"/>
          </a:xfrm>
          <a:prstGeom prst="rect">
            <a:avLst/>
          </a:prstGeom>
        </p:spPr>
      </p:pic>
      <p:pic>
        <p:nvPicPr>
          <p:cNvPr id="6146" name="Picture 2" descr="estimation - OFDM pilot allocation block type and comb type - Signal  Processing Stack Exchange">
            <a:extLst>
              <a:ext uri="{FF2B5EF4-FFF2-40B4-BE49-F238E27FC236}">
                <a16:creationId xmlns:a16="http://schemas.microsoft.com/office/drawing/2014/main" id="{927BDB56-A302-DF5E-F5A1-F5B23C8CC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871" y="3163888"/>
            <a:ext cx="4368800" cy="256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4411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D2435-D0BE-2A45-53DF-2CE6E61A2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8D420-0D3B-BF26-1BD3-EA11E7DB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how do we get a channel estimation?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AD4D7-7128-BED4-BD0E-B1B8C1219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300D0D-7091-E54D-9C33-6D913D01B9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624" y="1747757"/>
            <a:ext cx="4698534" cy="400843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6670986-AF53-2476-B583-036F92D52F7C}"/>
              </a:ext>
            </a:extLst>
          </p:cNvPr>
          <p:cNvGrpSpPr/>
          <p:nvPr/>
        </p:nvGrpSpPr>
        <p:grpSpPr>
          <a:xfrm>
            <a:off x="793307" y="2097088"/>
            <a:ext cx="5555570" cy="3433977"/>
            <a:chOff x="793307" y="2097088"/>
            <a:chExt cx="5555570" cy="3433977"/>
          </a:xfrm>
        </p:grpSpPr>
        <p:pic>
          <p:nvPicPr>
            <p:cNvPr id="4098" name="Picture 2" descr="A Unified Spectrum Formulation for OFDM, FBMC, and F-OFDM">
              <a:extLst>
                <a:ext uri="{FF2B5EF4-FFF2-40B4-BE49-F238E27FC236}">
                  <a16:creationId xmlns:a16="http://schemas.microsoft.com/office/drawing/2014/main" id="{90134587-A33C-E1EC-4537-2C45F723D9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3307" y="2097088"/>
              <a:ext cx="5555570" cy="34339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9AEA84-14DE-7847-C3FD-50D7824C8AA2}"/>
                </a:ext>
              </a:extLst>
            </p:cNvPr>
            <p:cNvSpPr/>
            <p:nvPr/>
          </p:nvSpPr>
          <p:spPr>
            <a:xfrm>
              <a:off x="5462649" y="2280062"/>
              <a:ext cx="736270" cy="54626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273561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FEF82-B906-170F-0042-A16A1378A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4685529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Ok so how far along am I?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DB954B-7A8F-3304-13B7-D1DBE32AD966}"/>
              </a:ext>
            </a:extLst>
          </p:cNvPr>
          <p:cNvSpPr txBox="1"/>
          <p:nvPr/>
        </p:nvSpPr>
        <p:spPr>
          <a:xfrm>
            <a:off x="1141413" y="2249487"/>
            <a:ext cx="4685530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20000"/>
              </a:lnSpc>
              <a:spcAft>
                <a:spcPts val="600"/>
              </a:spcAft>
              <a:buSzPct val="125000"/>
              <a:buFont typeface="Arial" panose="020B0604020202020204" pitchFamily="34" charset="0"/>
              <a:buChar char="•"/>
            </a:pPr>
            <a:r>
              <a:rPr lang="en-US" sz="2300" dirty="0"/>
              <a:t>Transmission and Receival Hardware</a:t>
            </a:r>
          </a:p>
          <a:p>
            <a:pPr indent="-228600" defTabSz="914400">
              <a:lnSpc>
                <a:spcPct val="120000"/>
              </a:lnSpc>
              <a:spcAft>
                <a:spcPts val="600"/>
              </a:spcAft>
              <a:buSzPct val="125000"/>
              <a:buFont typeface="Arial" panose="020B0604020202020204" pitchFamily="34" charset="0"/>
              <a:buChar char="•"/>
            </a:pPr>
            <a:r>
              <a:rPr lang="en-US" sz="2300" dirty="0"/>
              <a:t>Codebase -- work in progress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196CF-25D7-F10C-011D-2DDC89C17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37079" y="5883275"/>
            <a:ext cx="68986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D22F896-40B5-4ADD-8801-0D06FADFA095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42C426-FCE7-4673-BC1D-7E7D3A5FD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5999" y="0"/>
            <a:ext cx="60960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innerShdw blurRad="63500" dist="12700" dir="10800000">
              <a:prstClr val="black">
                <a:alpha val="42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ox with black wires and a black pen on a white surface&#10;&#10;AI-generated content may be incorrect.">
            <a:extLst>
              <a:ext uri="{FF2B5EF4-FFF2-40B4-BE49-F238E27FC236}">
                <a16:creationId xmlns:a16="http://schemas.microsoft.com/office/drawing/2014/main" id="{5EBD96DA-DF92-4463-13A3-BAE87A5B4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908" y="805022"/>
            <a:ext cx="2364317" cy="1773237"/>
          </a:xfrm>
          <a:prstGeom prst="rect">
            <a:avLst/>
          </a:prstGeom>
        </p:spPr>
      </p:pic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C239E5-48CB-4DB3-A778-3A01C488E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8280" y="0"/>
            <a:ext cx="91440" cy="34747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esk in a room with a computer&#10;&#10;AI-generated content may be incorrect.">
            <a:extLst>
              <a:ext uri="{FF2B5EF4-FFF2-40B4-BE49-F238E27FC236}">
                <a16:creationId xmlns:a16="http://schemas.microsoft.com/office/drawing/2014/main" id="{B42DE554-E62D-1D4A-DA5D-FE0903E2EA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2775" y="805022"/>
            <a:ext cx="2364317" cy="1773237"/>
          </a:xfrm>
          <a:prstGeom prst="rect">
            <a:avLst/>
          </a:prstGeom>
        </p:spPr>
      </p:pic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D450192-3830-4F04-A1C0-F684D80AB9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5999" y="3383280"/>
            <a:ext cx="6096002" cy="91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6245F8-4F23-AF5B-9788-A310CA6BCA7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758" b="5253"/>
          <a:stretch/>
        </p:blipFill>
        <p:spPr>
          <a:xfrm>
            <a:off x="6647394" y="3796452"/>
            <a:ext cx="5004229" cy="273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732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4A84D6-D603-1C87-E52D-BA2937D6C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2">
            <a:extLst>
              <a:ext uri="{FF2B5EF4-FFF2-40B4-BE49-F238E27FC236}">
                <a16:creationId xmlns:a16="http://schemas.microsoft.com/office/drawing/2014/main" id="{9EB19A0D-88ED-4EC7-B012-FDA45662F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6" name="Group 75">
            <a:extLst>
              <a:ext uri="{FF2B5EF4-FFF2-40B4-BE49-F238E27FC236}">
                <a16:creationId xmlns:a16="http://schemas.microsoft.com/office/drawing/2014/main" id="{039C885C-7507-48BC-8DA5-9B9A8A3B2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77" name="Rectangle 5">
              <a:extLst>
                <a:ext uri="{FF2B5EF4-FFF2-40B4-BE49-F238E27FC236}">
                  <a16:creationId xmlns:a16="http://schemas.microsoft.com/office/drawing/2014/main" id="{80315E80-D09C-4AAC-A1AA-6416ADD0A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6">
              <a:extLst>
                <a:ext uri="{FF2B5EF4-FFF2-40B4-BE49-F238E27FC236}">
                  <a16:creationId xmlns:a16="http://schemas.microsoft.com/office/drawing/2014/main" id="{464D5536-A035-4505-AF73-4F7CAE4882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">
              <a:extLst>
                <a:ext uri="{FF2B5EF4-FFF2-40B4-BE49-F238E27FC236}">
                  <a16:creationId xmlns:a16="http://schemas.microsoft.com/office/drawing/2014/main" id="{81218E36-F40D-459F-A201-0A62E0FA57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Rectangle 8">
              <a:extLst>
                <a:ext uri="{FF2B5EF4-FFF2-40B4-BE49-F238E27FC236}">
                  <a16:creationId xmlns:a16="http://schemas.microsoft.com/office/drawing/2014/main" id="{5B53825A-3A84-4E26-A19D-A61548B6A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9">
              <a:extLst>
                <a:ext uri="{FF2B5EF4-FFF2-40B4-BE49-F238E27FC236}">
                  <a16:creationId xmlns:a16="http://schemas.microsoft.com/office/drawing/2014/main" id="{AD90489C-7868-4D44-828E-5BD078E1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10">
              <a:extLst>
                <a:ext uri="{FF2B5EF4-FFF2-40B4-BE49-F238E27FC236}">
                  <a16:creationId xmlns:a16="http://schemas.microsoft.com/office/drawing/2014/main" id="{98ED0810-C456-43E0-A430-4BF3E84BB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11">
              <a:extLst>
                <a:ext uri="{FF2B5EF4-FFF2-40B4-BE49-F238E27FC236}">
                  <a16:creationId xmlns:a16="http://schemas.microsoft.com/office/drawing/2014/main" id="{E5A0D863-274E-498B-A757-EE462B7CF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12">
              <a:extLst>
                <a:ext uri="{FF2B5EF4-FFF2-40B4-BE49-F238E27FC236}">
                  <a16:creationId xmlns:a16="http://schemas.microsoft.com/office/drawing/2014/main" id="{B7819E45-002E-4BE7-9D91-AF82D3776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13">
              <a:extLst>
                <a:ext uri="{FF2B5EF4-FFF2-40B4-BE49-F238E27FC236}">
                  <a16:creationId xmlns:a16="http://schemas.microsoft.com/office/drawing/2014/main" id="{8B2A702D-53E8-4674-87E0-CA1F7E562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14">
              <a:extLst>
                <a:ext uri="{FF2B5EF4-FFF2-40B4-BE49-F238E27FC236}">
                  <a16:creationId xmlns:a16="http://schemas.microsoft.com/office/drawing/2014/main" id="{451CEEF2-55A9-4CDF-BB69-2D07031F0D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15">
              <a:extLst>
                <a:ext uri="{FF2B5EF4-FFF2-40B4-BE49-F238E27FC236}">
                  <a16:creationId xmlns:a16="http://schemas.microsoft.com/office/drawing/2014/main" id="{DCEC5350-68CD-460C-999B-A6055EA50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16">
              <a:extLst>
                <a:ext uri="{FF2B5EF4-FFF2-40B4-BE49-F238E27FC236}">
                  <a16:creationId xmlns:a16="http://schemas.microsoft.com/office/drawing/2014/main" id="{26945734-B592-423F-BCF3-8ED9227467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17">
              <a:extLst>
                <a:ext uri="{FF2B5EF4-FFF2-40B4-BE49-F238E27FC236}">
                  <a16:creationId xmlns:a16="http://schemas.microsoft.com/office/drawing/2014/main" id="{D6FF6791-D332-4D35-90E0-42011DF40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18">
              <a:extLst>
                <a:ext uri="{FF2B5EF4-FFF2-40B4-BE49-F238E27FC236}">
                  <a16:creationId xmlns:a16="http://schemas.microsoft.com/office/drawing/2014/main" id="{B1ED9C0C-0AD0-4F60-BB85-02B00AFE76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19">
              <a:extLst>
                <a:ext uri="{FF2B5EF4-FFF2-40B4-BE49-F238E27FC236}">
                  <a16:creationId xmlns:a16="http://schemas.microsoft.com/office/drawing/2014/main" id="{E202B26B-3FB3-4127-9295-F6E24A75E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20">
              <a:extLst>
                <a:ext uri="{FF2B5EF4-FFF2-40B4-BE49-F238E27FC236}">
                  <a16:creationId xmlns:a16="http://schemas.microsoft.com/office/drawing/2014/main" id="{A9B0C70B-3686-4190-8592-736E11AB4D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21">
              <a:extLst>
                <a:ext uri="{FF2B5EF4-FFF2-40B4-BE49-F238E27FC236}">
                  <a16:creationId xmlns:a16="http://schemas.microsoft.com/office/drawing/2014/main" id="{3DCD01FB-20E8-42C3-AFE9-DFD3F426A1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22">
              <a:extLst>
                <a:ext uri="{FF2B5EF4-FFF2-40B4-BE49-F238E27FC236}">
                  <a16:creationId xmlns:a16="http://schemas.microsoft.com/office/drawing/2014/main" id="{E18D3AEB-E104-4243-893A-880F9A3C4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23">
              <a:extLst>
                <a:ext uri="{FF2B5EF4-FFF2-40B4-BE49-F238E27FC236}">
                  <a16:creationId xmlns:a16="http://schemas.microsoft.com/office/drawing/2014/main" id="{25B79020-576E-46E2-BDDD-3D93C9DD5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24">
              <a:extLst>
                <a:ext uri="{FF2B5EF4-FFF2-40B4-BE49-F238E27FC236}">
                  <a16:creationId xmlns:a16="http://schemas.microsoft.com/office/drawing/2014/main" id="{F9BE123C-99CB-4F9F-B6AD-D78B410111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25">
              <a:extLst>
                <a:ext uri="{FF2B5EF4-FFF2-40B4-BE49-F238E27FC236}">
                  <a16:creationId xmlns:a16="http://schemas.microsoft.com/office/drawing/2014/main" id="{2652409A-0FBC-471C-8070-735AA2D18C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26">
              <a:extLst>
                <a:ext uri="{FF2B5EF4-FFF2-40B4-BE49-F238E27FC236}">
                  <a16:creationId xmlns:a16="http://schemas.microsoft.com/office/drawing/2014/main" id="{A7B0AC30-BECB-435E-B184-5893DAF4CF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27">
              <a:extLst>
                <a:ext uri="{FF2B5EF4-FFF2-40B4-BE49-F238E27FC236}">
                  <a16:creationId xmlns:a16="http://schemas.microsoft.com/office/drawing/2014/main" id="{209F3AA3-0D92-49EA-8E9E-E85193591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28">
              <a:extLst>
                <a:ext uri="{FF2B5EF4-FFF2-40B4-BE49-F238E27FC236}">
                  <a16:creationId xmlns:a16="http://schemas.microsoft.com/office/drawing/2014/main" id="{96C003E9-8BC2-48CC-ABF7-540233FDB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29">
              <a:extLst>
                <a:ext uri="{FF2B5EF4-FFF2-40B4-BE49-F238E27FC236}">
                  <a16:creationId xmlns:a16="http://schemas.microsoft.com/office/drawing/2014/main" id="{13BDD8BA-D378-486C-AAC9-F4BC3E8560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30">
              <a:extLst>
                <a:ext uri="{FF2B5EF4-FFF2-40B4-BE49-F238E27FC236}">
                  <a16:creationId xmlns:a16="http://schemas.microsoft.com/office/drawing/2014/main" id="{04C38930-9B92-429B-915A-D0198D6AC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31">
              <a:extLst>
                <a:ext uri="{FF2B5EF4-FFF2-40B4-BE49-F238E27FC236}">
                  <a16:creationId xmlns:a16="http://schemas.microsoft.com/office/drawing/2014/main" id="{32660743-42C8-4FFB-A77B-66678E1E1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32">
              <a:extLst>
                <a:ext uri="{FF2B5EF4-FFF2-40B4-BE49-F238E27FC236}">
                  <a16:creationId xmlns:a16="http://schemas.microsoft.com/office/drawing/2014/main" id="{6B242301-66B7-4876-B23A-1B97410A5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Rectangle 33">
              <a:extLst>
                <a:ext uri="{FF2B5EF4-FFF2-40B4-BE49-F238E27FC236}">
                  <a16:creationId xmlns:a16="http://schemas.microsoft.com/office/drawing/2014/main" id="{B05C5127-C481-4571-9E17-90305CA0A9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34">
              <a:extLst>
                <a:ext uri="{FF2B5EF4-FFF2-40B4-BE49-F238E27FC236}">
                  <a16:creationId xmlns:a16="http://schemas.microsoft.com/office/drawing/2014/main" id="{BC0F1F06-EBE2-4919-A902-A503E384D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35">
              <a:extLst>
                <a:ext uri="{FF2B5EF4-FFF2-40B4-BE49-F238E27FC236}">
                  <a16:creationId xmlns:a16="http://schemas.microsoft.com/office/drawing/2014/main" id="{2B2E1C8D-A953-4AED-8346-C34CFE3BE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36">
              <a:extLst>
                <a:ext uri="{FF2B5EF4-FFF2-40B4-BE49-F238E27FC236}">
                  <a16:creationId xmlns:a16="http://schemas.microsoft.com/office/drawing/2014/main" id="{8F150D6E-EB09-41AD-93BE-BF543BE36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37">
              <a:extLst>
                <a:ext uri="{FF2B5EF4-FFF2-40B4-BE49-F238E27FC236}">
                  <a16:creationId xmlns:a16="http://schemas.microsoft.com/office/drawing/2014/main" id="{AE3633FE-8FF6-4FC3-8422-483E7FAEDE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38">
              <a:extLst>
                <a:ext uri="{FF2B5EF4-FFF2-40B4-BE49-F238E27FC236}">
                  <a16:creationId xmlns:a16="http://schemas.microsoft.com/office/drawing/2014/main" id="{D233BC09-3785-4EA9-A80F-699EABFCD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39">
              <a:extLst>
                <a:ext uri="{FF2B5EF4-FFF2-40B4-BE49-F238E27FC236}">
                  <a16:creationId xmlns:a16="http://schemas.microsoft.com/office/drawing/2014/main" id="{DEFAAC70-9A33-41C4-9960-80B056E47F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40">
              <a:extLst>
                <a:ext uri="{FF2B5EF4-FFF2-40B4-BE49-F238E27FC236}">
                  <a16:creationId xmlns:a16="http://schemas.microsoft.com/office/drawing/2014/main" id="{FE1B6380-FA49-4E35-B2EB-BC1D322A0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41">
              <a:extLst>
                <a:ext uri="{FF2B5EF4-FFF2-40B4-BE49-F238E27FC236}">
                  <a16:creationId xmlns:a16="http://schemas.microsoft.com/office/drawing/2014/main" id="{F578AFE9-69B9-4FE3-A349-4640D49A58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42">
              <a:extLst>
                <a:ext uri="{FF2B5EF4-FFF2-40B4-BE49-F238E27FC236}">
                  <a16:creationId xmlns:a16="http://schemas.microsoft.com/office/drawing/2014/main" id="{49C01CF4-73AC-40B8-8AA5-60072CBB34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43">
              <a:extLst>
                <a:ext uri="{FF2B5EF4-FFF2-40B4-BE49-F238E27FC236}">
                  <a16:creationId xmlns:a16="http://schemas.microsoft.com/office/drawing/2014/main" id="{B4DA1C3D-282A-4010-9263-E2F62D79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44">
              <a:extLst>
                <a:ext uri="{FF2B5EF4-FFF2-40B4-BE49-F238E27FC236}">
                  <a16:creationId xmlns:a16="http://schemas.microsoft.com/office/drawing/2014/main" id="{52475A43-7A28-4A0F-BA58-C070BB882B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Rectangle 45">
              <a:extLst>
                <a:ext uri="{FF2B5EF4-FFF2-40B4-BE49-F238E27FC236}">
                  <a16:creationId xmlns:a16="http://schemas.microsoft.com/office/drawing/2014/main" id="{0C7241CC-AC61-4580-A46E-C217B329EB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46">
              <a:extLst>
                <a:ext uri="{FF2B5EF4-FFF2-40B4-BE49-F238E27FC236}">
                  <a16:creationId xmlns:a16="http://schemas.microsoft.com/office/drawing/2014/main" id="{584FF8AA-E75D-483B-A344-7022541CF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47">
              <a:extLst>
                <a:ext uri="{FF2B5EF4-FFF2-40B4-BE49-F238E27FC236}">
                  <a16:creationId xmlns:a16="http://schemas.microsoft.com/office/drawing/2014/main" id="{AFF0ABD2-8247-432E-9F13-CCB7D0E620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48">
              <a:extLst>
                <a:ext uri="{FF2B5EF4-FFF2-40B4-BE49-F238E27FC236}">
                  <a16:creationId xmlns:a16="http://schemas.microsoft.com/office/drawing/2014/main" id="{8779D639-A8BE-46A3-BF82-B0498C363B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49">
              <a:extLst>
                <a:ext uri="{FF2B5EF4-FFF2-40B4-BE49-F238E27FC236}">
                  <a16:creationId xmlns:a16="http://schemas.microsoft.com/office/drawing/2014/main" id="{62C75AD3-B601-4AB8-A449-C0375B263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50">
              <a:extLst>
                <a:ext uri="{FF2B5EF4-FFF2-40B4-BE49-F238E27FC236}">
                  <a16:creationId xmlns:a16="http://schemas.microsoft.com/office/drawing/2014/main" id="{7CEBAD4A-BB32-451F-B1E1-48D6F52EBD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51">
              <a:extLst>
                <a:ext uri="{FF2B5EF4-FFF2-40B4-BE49-F238E27FC236}">
                  <a16:creationId xmlns:a16="http://schemas.microsoft.com/office/drawing/2014/main" id="{9EA19F7F-29F8-4DF4-AB9B-C4D507FA7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52">
              <a:extLst>
                <a:ext uri="{FF2B5EF4-FFF2-40B4-BE49-F238E27FC236}">
                  <a16:creationId xmlns:a16="http://schemas.microsoft.com/office/drawing/2014/main" id="{9A6E14CB-BA29-40ED-B9E1-9AF554AFDE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53">
              <a:extLst>
                <a:ext uri="{FF2B5EF4-FFF2-40B4-BE49-F238E27FC236}">
                  <a16:creationId xmlns:a16="http://schemas.microsoft.com/office/drawing/2014/main" id="{384A67CA-9AF3-4473-9BC7-2C48C4326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54">
              <a:extLst>
                <a:ext uri="{FF2B5EF4-FFF2-40B4-BE49-F238E27FC236}">
                  <a16:creationId xmlns:a16="http://schemas.microsoft.com/office/drawing/2014/main" id="{9DE1AF00-9D03-4DFB-B862-C86659628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55">
              <a:extLst>
                <a:ext uri="{FF2B5EF4-FFF2-40B4-BE49-F238E27FC236}">
                  <a16:creationId xmlns:a16="http://schemas.microsoft.com/office/drawing/2014/main" id="{03D15E32-C507-4B36-B9AB-BD0A1AEBD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56">
              <a:extLst>
                <a:ext uri="{FF2B5EF4-FFF2-40B4-BE49-F238E27FC236}">
                  <a16:creationId xmlns:a16="http://schemas.microsoft.com/office/drawing/2014/main" id="{978B3024-1C05-4858-A919-0ABF75EF7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57">
              <a:extLst>
                <a:ext uri="{FF2B5EF4-FFF2-40B4-BE49-F238E27FC236}">
                  <a16:creationId xmlns:a16="http://schemas.microsoft.com/office/drawing/2014/main" id="{04B0C1D6-8B63-4D35-83C5-5D4331190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58">
              <a:extLst>
                <a:ext uri="{FF2B5EF4-FFF2-40B4-BE49-F238E27FC236}">
                  <a16:creationId xmlns:a16="http://schemas.microsoft.com/office/drawing/2014/main" id="{C0409678-BF82-43B2-8F95-46A5A0E186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6D43037-1677-FE28-49EC-E89095BAB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6424" y="4141693"/>
            <a:ext cx="8791575" cy="130167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dirty="0"/>
              <a:t>Creating a simple </a:t>
            </a:r>
            <a:r>
              <a:rPr lang="en-US" sz="4400" dirty="0" err="1"/>
              <a:t>ofdm</a:t>
            </a:r>
            <a:r>
              <a:rPr lang="en-US" sz="4400" dirty="0"/>
              <a:t> signal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487A-3508-94A8-79F9-AB17CF3BD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053" y="246594"/>
            <a:ext cx="4313924" cy="250207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EC80FC-540C-6E6E-5CBB-FA343124A2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8702" y="282588"/>
            <a:ext cx="7410899" cy="426126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DC276-AE6B-BF91-AC9B-9B6A590D8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6911" y="6309360"/>
            <a:ext cx="7710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6D22F896-40B5-4ADD-8801-0D06FADFA095}" type="slidenum">
              <a:rPr lang="en-US" smtClean="0"/>
              <a:pPr defTabSz="914400"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390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3B072-8AB1-D9EE-E6B4-D9C4DB4A9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34106153-7990-4956-BD26-A04A03006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2">
            <a:extLst>
              <a:ext uri="{FF2B5EF4-FFF2-40B4-BE49-F238E27FC236}">
                <a16:creationId xmlns:a16="http://schemas.microsoft.com/office/drawing/2014/main" id="{BDEA11A5-20BA-4650-A324-47C0465FF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866FCB64-0A37-46EB-8A9B-EC0C4C000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75" name="Rectangle 5">
              <a:extLst>
                <a:ext uri="{FF2B5EF4-FFF2-40B4-BE49-F238E27FC236}">
                  <a16:creationId xmlns:a16="http://schemas.microsoft.com/office/drawing/2014/main" id="{8A162E18-5BEB-4E42-9B10-A1FDF6A0B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6">
              <a:extLst>
                <a:ext uri="{FF2B5EF4-FFF2-40B4-BE49-F238E27FC236}">
                  <a16:creationId xmlns:a16="http://schemas.microsoft.com/office/drawing/2014/main" id="{7BB781C9-EC32-45FE-ACE7-C24F128C4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">
              <a:extLst>
                <a:ext uri="{FF2B5EF4-FFF2-40B4-BE49-F238E27FC236}">
                  <a16:creationId xmlns:a16="http://schemas.microsoft.com/office/drawing/2014/main" id="{927C5647-36E8-4A20-86D4-47831D50CF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Rectangle 8">
              <a:extLst>
                <a:ext uri="{FF2B5EF4-FFF2-40B4-BE49-F238E27FC236}">
                  <a16:creationId xmlns:a16="http://schemas.microsoft.com/office/drawing/2014/main" id="{62F2AF20-CBBE-4249-B9E2-D6B30191CF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9">
              <a:extLst>
                <a:ext uri="{FF2B5EF4-FFF2-40B4-BE49-F238E27FC236}">
                  <a16:creationId xmlns:a16="http://schemas.microsoft.com/office/drawing/2014/main" id="{731C1229-F8A7-4B36-A52B-98A65EF86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10">
              <a:extLst>
                <a:ext uri="{FF2B5EF4-FFF2-40B4-BE49-F238E27FC236}">
                  <a16:creationId xmlns:a16="http://schemas.microsoft.com/office/drawing/2014/main" id="{609AC686-2DBB-4D82-866C-9FF222BDD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11">
              <a:extLst>
                <a:ext uri="{FF2B5EF4-FFF2-40B4-BE49-F238E27FC236}">
                  <a16:creationId xmlns:a16="http://schemas.microsoft.com/office/drawing/2014/main" id="{F899E6EB-BCDD-45D2-BF4B-9CA3A27984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12">
              <a:extLst>
                <a:ext uri="{FF2B5EF4-FFF2-40B4-BE49-F238E27FC236}">
                  <a16:creationId xmlns:a16="http://schemas.microsoft.com/office/drawing/2014/main" id="{BBD3AAC8-2330-4FAB-8E31-3D50AD954F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13">
              <a:extLst>
                <a:ext uri="{FF2B5EF4-FFF2-40B4-BE49-F238E27FC236}">
                  <a16:creationId xmlns:a16="http://schemas.microsoft.com/office/drawing/2014/main" id="{6B54F723-A70A-4865-A560-7850498A1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14">
              <a:extLst>
                <a:ext uri="{FF2B5EF4-FFF2-40B4-BE49-F238E27FC236}">
                  <a16:creationId xmlns:a16="http://schemas.microsoft.com/office/drawing/2014/main" id="{9B911CCD-C9A2-4DC8-A278-3C6FD76A76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15">
              <a:extLst>
                <a:ext uri="{FF2B5EF4-FFF2-40B4-BE49-F238E27FC236}">
                  <a16:creationId xmlns:a16="http://schemas.microsoft.com/office/drawing/2014/main" id="{D559B729-03FB-435D-89BF-AF57A801B3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16">
              <a:extLst>
                <a:ext uri="{FF2B5EF4-FFF2-40B4-BE49-F238E27FC236}">
                  <a16:creationId xmlns:a16="http://schemas.microsoft.com/office/drawing/2014/main" id="{D1C90213-0F60-4268-BE48-8221E6161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17">
              <a:extLst>
                <a:ext uri="{FF2B5EF4-FFF2-40B4-BE49-F238E27FC236}">
                  <a16:creationId xmlns:a16="http://schemas.microsoft.com/office/drawing/2014/main" id="{A7A6A293-A06F-48B8-865A-3F65287B8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18">
              <a:extLst>
                <a:ext uri="{FF2B5EF4-FFF2-40B4-BE49-F238E27FC236}">
                  <a16:creationId xmlns:a16="http://schemas.microsoft.com/office/drawing/2014/main" id="{8F6861B5-AAA4-4017-929E-1FD1CA106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19">
              <a:extLst>
                <a:ext uri="{FF2B5EF4-FFF2-40B4-BE49-F238E27FC236}">
                  <a16:creationId xmlns:a16="http://schemas.microsoft.com/office/drawing/2014/main" id="{D776D07C-2081-4DD3-A464-40F3CA41A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20">
              <a:extLst>
                <a:ext uri="{FF2B5EF4-FFF2-40B4-BE49-F238E27FC236}">
                  <a16:creationId xmlns:a16="http://schemas.microsoft.com/office/drawing/2014/main" id="{BBC236D6-77E5-4B3C-92D7-D708B237D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21">
              <a:extLst>
                <a:ext uri="{FF2B5EF4-FFF2-40B4-BE49-F238E27FC236}">
                  <a16:creationId xmlns:a16="http://schemas.microsoft.com/office/drawing/2014/main" id="{8064714E-7ADE-4BD9-8981-34C135762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22">
              <a:extLst>
                <a:ext uri="{FF2B5EF4-FFF2-40B4-BE49-F238E27FC236}">
                  <a16:creationId xmlns:a16="http://schemas.microsoft.com/office/drawing/2014/main" id="{2FD1F23F-B1EE-46F5-B460-924E54A70D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23">
              <a:extLst>
                <a:ext uri="{FF2B5EF4-FFF2-40B4-BE49-F238E27FC236}">
                  <a16:creationId xmlns:a16="http://schemas.microsoft.com/office/drawing/2014/main" id="{9699361A-3AFF-4826-B99C-0354EAB07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24">
              <a:extLst>
                <a:ext uri="{FF2B5EF4-FFF2-40B4-BE49-F238E27FC236}">
                  <a16:creationId xmlns:a16="http://schemas.microsoft.com/office/drawing/2014/main" id="{B272F7B1-7BE2-4FC9-BB91-207EFD9E6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25">
              <a:extLst>
                <a:ext uri="{FF2B5EF4-FFF2-40B4-BE49-F238E27FC236}">
                  <a16:creationId xmlns:a16="http://schemas.microsoft.com/office/drawing/2014/main" id="{CDE59C1F-AFD9-4DD5-B04A-9EB2AAED5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26">
              <a:extLst>
                <a:ext uri="{FF2B5EF4-FFF2-40B4-BE49-F238E27FC236}">
                  <a16:creationId xmlns:a16="http://schemas.microsoft.com/office/drawing/2014/main" id="{1551E418-6CD4-4320-8224-F084039C53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27">
              <a:extLst>
                <a:ext uri="{FF2B5EF4-FFF2-40B4-BE49-F238E27FC236}">
                  <a16:creationId xmlns:a16="http://schemas.microsoft.com/office/drawing/2014/main" id="{1F27D4B1-EBD4-4BC9-AC2E-3AD616C847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28">
              <a:extLst>
                <a:ext uri="{FF2B5EF4-FFF2-40B4-BE49-F238E27FC236}">
                  <a16:creationId xmlns:a16="http://schemas.microsoft.com/office/drawing/2014/main" id="{C42B8D84-898A-4F76-A0F2-5699ED72BC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29">
              <a:extLst>
                <a:ext uri="{FF2B5EF4-FFF2-40B4-BE49-F238E27FC236}">
                  <a16:creationId xmlns:a16="http://schemas.microsoft.com/office/drawing/2014/main" id="{B440932E-7985-4BA6-9899-F22A64485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30">
              <a:extLst>
                <a:ext uri="{FF2B5EF4-FFF2-40B4-BE49-F238E27FC236}">
                  <a16:creationId xmlns:a16="http://schemas.microsoft.com/office/drawing/2014/main" id="{4B8CE969-CA1A-48CB-8588-4146F41F3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31">
              <a:extLst>
                <a:ext uri="{FF2B5EF4-FFF2-40B4-BE49-F238E27FC236}">
                  <a16:creationId xmlns:a16="http://schemas.microsoft.com/office/drawing/2014/main" id="{138A4875-4593-4894-89D5-DFCFF0EED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32">
              <a:extLst>
                <a:ext uri="{FF2B5EF4-FFF2-40B4-BE49-F238E27FC236}">
                  <a16:creationId xmlns:a16="http://schemas.microsoft.com/office/drawing/2014/main" id="{F079F26B-58E4-494E-A8BA-3F054F1F3B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Rectangle 33">
              <a:extLst>
                <a:ext uri="{FF2B5EF4-FFF2-40B4-BE49-F238E27FC236}">
                  <a16:creationId xmlns:a16="http://schemas.microsoft.com/office/drawing/2014/main" id="{04C9ECC5-BB4A-4417-B874-B75953F84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34">
              <a:extLst>
                <a:ext uri="{FF2B5EF4-FFF2-40B4-BE49-F238E27FC236}">
                  <a16:creationId xmlns:a16="http://schemas.microsoft.com/office/drawing/2014/main" id="{4CCCF285-B51D-4A2F-8384-830A39171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35">
              <a:extLst>
                <a:ext uri="{FF2B5EF4-FFF2-40B4-BE49-F238E27FC236}">
                  <a16:creationId xmlns:a16="http://schemas.microsoft.com/office/drawing/2014/main" id="{BD6C6299-A09A-47DF-8A96-69D39FCA5A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36">
              <a:extLst>
                <a:ext uri="{FF2B5EF4-FFF2-40B4-BE49-F238E27FC236}">
                  <a16:creationId xmlns:a16="http://schemas.microsoft.com/office/drawing/2014/main" id="{EE60C4B9-C404-42CD-8E94-70D4DC16AB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37">
              <a:extLst>
                <a:ext uri="{FF2B5EF4-FFF2-40B4-BE49-F238E27FC236}">
                  <a16:creationId xmlns:a16="http://schemas.microsoft.com/office/drawing/2014/main" id="{52BD4447-C1EB-4798-8764-AB93EA930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38">
              <a:extLst>
                <a:ext uri="{FF2B5EF4-FFF2-40B4-BE49-F238E27FC236}">
                  <a16:creationId xmlns:a16="http://schemas.microsoft.com/office/drawing/2014/main" id="{50411559-C414-4F7C-BC6C-69F87BC9C7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39">
              <a:extLst>
                <a:ext uri="{FF2B5EF4-FFF2-40B4-BE49-F238E27FC236}">
                  <a16:creationId xmlns:a16="http://schemas.microsoft.com/office/drawing/2014/main" id="{64737770-BB27-41C0-95CB-5290545086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40">
              <a:extLst>
                <a:ext uri="{FF2B5EF4-FFF2-40B4-BE49-F238E27FC236}">
                  <a16:creationId xmlns:a16="http://schemas.microsoft.com/office/drawing/2014/main" id="{28929FDB-16CF-4165-B32A-EB673EFB7C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41">
              <a:extLst>
                <a:ext uri="{FF2B5EF4-FFF2-40B4-BE49-F238E27FC236}">
                  <a16:creationId xmlns:a16="http://schemas.microsoft.com/office/drawing/2014/main" id="{D8C82883-237C-4209-9545-E832FEE3A8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42">
              <a:extLst>
                <a:ext uri="{FF2B5EF4-FFF2-40B4-BE49-F238E27FC236}">
                  <a16:creationId xmlns:a16="http://schemas.microsoft.com/office/drawing/2014/main" id="{F1A52653-BD09-4D65-B05C-2AF4A6473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43">
              <a:extLst>
                <a:ext uri="{FF2B5EF4-FFF2-40B4-BE49-F238E27FC236}">
                  <a16:creationId xmlns:a16="http://schemas.microsoft.com/office/drawing/2014/main" id="{30724E80-2FD3-4E4A-A3EA-18A4C8886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44">
              <a:extLst>
                <a:ext uri="{FF2B5EF4-FFF2-40B4-BE49-F238E27FC236}">
                  <a16:creationId xmlns:a16="http://schemas.microsoft.com/office/drawing/2014/main" id="{F1B978C7-7BC5-4F73-8B02-66A3CF67CE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Rectangle 45">
              <a:extLst>
                <a:ext uri="{FF2B5EF4-FFF2-40B4-BE49-F238E27FC236}">
                  <a16:creationId xmlns:a16="http://schemas.microsoft.com/office/drawing/2014/main" id="{799F0CED-DF8F-4350-A036-1981FBE596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46">
              <a:extLst>
                <a:ext uri="{FF2B5EF4-FFF2-40B4-BE49-F238E27FC236}">
                  <a16:creationId xmlns:a16="http://schemas.microsoft.com/office/drawing/2014/main" id="{9F4DD366-0E86-4E99-9557-496E88B42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47">
              <a:extLst>
                <a:ext uri="{FF2B5EF4-FFF2-40B4-BE49-F238E27FC236}">
                  <a16:creationId xmlns:a16="http://schemas.microsoft.com/office/drawing/2014/main" id="{78BB3321-D5DC-4951-AB38-0C54E3D01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48">
              <a:extLst>
                <a:ext uri="{FF2B5EF4-FFF2-40B4-BE49-F238E27FC236}">
                  <a16:creationId xmlns:a16="http://schemas.microsoft.com/office/drawing/2014/main" id="{955E548C-7F86-45B2-A0D2-03EAC578D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49">
              <a:extLst>
                <a:ext uri="{FF2B5EF4-FFF2-40B4-BE49-F238E27FC236}">
                  <a16:creationId xmlns:a16="http://schemas.microsoft.com/office/drawing/2014/main" id="{0013F508-5E69-4911-AD93-4ABE3E7C5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50">
              <a:extLst>
                <a:ext uri="{FF2B5EF4-FFF2-40B4-BE49-F238E27FC236}">
                  <a16:creationId xmlns:a16="http://schemas.microsoft.com/office/drawing/2014/main" id="{A7F86768-93E0-4044-A62A-B11EB18FF2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51">
              <a:extLst>
                <a:ext uri="{FF2B5EF4-FFF2-40B4-BE49-F238E27FC236}">
                  <a16:creationId xmlns:a16="http://schemas.microsoft.com/office/drawing/2014/main" id="{BA32A7B4-1DB2-4E4A-B86E-D8DB97B696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52">
              <a:extLst>
                <a:ext uri="{FF2B5EF4-FFF2-40B4-BE49-F238E27FC236}">
                  <a16:creationId xmlns:a16="http://schemas.microsoft.com/office/drawing/2014/main" id="{AB250BD5-076C-4428-B6AF-E9EAE4F65E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53">
              <a:extLst>
                <a:ext uri="{FF2B5EF4-FFF2-40B4-BE49-F238E27FC236}">
                  <a16:creationId xmlns:a16="http://schemas.microsoft.com/office/drawing/2014/main" id="{027DA06A-045F-4711-9307-0508B6ACFA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54">
              <a:extLst>
                <a:ext uri="{FF2B5EF4-FFF2-40B4-BE49-F238E27FC236}">
                  <a16:creationId xmlns:a16="http://schemas.microsoft.com/office/drawing/2014/main" id="{3EB0EDA8-385A-4B2B-97F0-5194F23EB5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55">
              <a:extLst>
                <a:ext uri="{FF2B5EF4-FFF2-40B4-BE49-F238E27FC236}">
                  <a16:creationId xmlns:a16="http://schemas.microsoft.com/office/drawing/2014/main" id="{D6FA258E-AF3F-47C9-9F4E-39ECFD7AC0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56">
              <a:extLst>
                <a:ext uri="{FF2B5EF4-FFF2-40B4-BE49-F238E27FC236}">
                  <a16:creationId xmlns:a16="http://schemas.microsoft.com/office/drawing/2014/main" id="{6E471E73-A9C0-4C68-BD8F-360F2ED7B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57">
              <a:extLst>
                <a:ext uri="{FF2B5EF4-FFF2-40B4-BE49-F238E27FC236}">
                  <a16:creationId xmlns:a16="http://schemas.microsoft.com/office/drawing/2014/main" id="{C78C3110-8153-4163-B809-0B0C0C9E5C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58">
              <a:extLst>
                <a:ext uri="{FF2B5EF4-FFF2-40B4-BE49-F238E27FC236}">
                  <a16:creationId xmlns:a16="http://schemas.microsoft.com/office/drawing/2014/main" id="{DBC57B9F-0B9B-4EDE-B3B3-7C5D5DB399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A69CF1-62EF-8EDB-0688-387CBB27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6425" y="1113282"/>
            <a:ext cx="3734941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>
                <a:solidFill>
                  <a:srgbClr val="FFFFFF"/>
                </a:solidFill>
              </a:rPr>
              <a:t>Constellation mapping</a:t>
            </a:r>
          </a:p>
        </p:txBody>
      </p:sp>
      <p:sp useBgFill="1">
        <p:nvSpPr>
          <p:cNvPr id="130" name="Round Diagonal Corner Rectangle 6">
            <a:extLst>
              <a:ext uri="{FF2B5EF4-FFF2-40B4-BE49-F238E27FC236}">
                <a16:creationId xmlns:a16="http://schemas.microsoft.com/office/drawing/2014/main" id="{62B94F88-FD5B-4053-B143-DFF55CE443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5999" y="808057"/>
            <a:ext cx="5286376" cy="5234394"/>
          </a:xfrm>
          <a:prstGeom prst="round2DiagRect">
            <a:avLst>
              <a:gd name="adj1" fmla="val 6185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38CD08-8A0C-AACB-BE69-F83B422DA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396" y="1466721"/>
            <a:ext cx="4635583" cy="391706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8FF5D8-1E7E-8B2F-76CE-34EA4F68A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6911" y="6309360"/>
            <a:ext cx="7710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6D22F896-40B5-4ADD-8801-0D06FADFA095}" type="slidenum">
              <a:rPr lang="en-US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8594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97A44-EF18-FAC4-D53F-151CEDB3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2">
            <a:extLst>
              <a:ext uri="{FF2B5EF4-FFF2-40B4-BE49-F238E27FC236}">
                <a16:creationId xmlns:a16="http://schemas.microsoft.com/office/drawing/2014/main" id="{9EB19A0D-88ED-4EC7-B012-FDA45662F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9" name="Group 78">
            <a:extLst>
              <a:ext uri="{FF2B5EF4-FFF2-40B4-BE49-F238E27FC236}">
                <a16:creationId xmlns:a16="http://schemas.microsoft.com/office/drawing/2014/main" id="{039C885C-7507-48BC-8DA5-9B9A8A3B2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80" name="Rectangle 5">
              <a:extLst>
                <a:ext uri="{FF2B5EF4-FFF2-40B4-BE49-F238E27FC236}">
                  <a16:creationId xmlns:a16="http://schemas.microsoft.com/office/drawing/2014/main" id="{80315E80-D09C-4AAC-A1AA-6416ADD0A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6">
              <a:extLst>
                <a:ext uri="{FF2B5EF4-FFF2-40B4-BE49-F238E27FC236}">
                  <a16:creationId xmlns:a16="http://schemas.microsoft.com/office/drawing/2014/main" id="{464D5536-A035-4505-AF73-4F7CAE4882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7">
              <a:extLst>
                <a:ext uri="{FF2B5EF4-FFF2-40B4-BE49-F238E27FC236}">
                  <a16:creationId xmlns:a16="http://schemas.microsoft.com/office/drawing/2014/main" id="{81218E36-F40D-459F-A201-0A62E0FA57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Rectangle 8">
              <a:extLst>
                <a:ext uri="{FF2B5EF4-FFF2-40B4-BE49-F238E27FC236}">
                  <a16:creationId xmlns:a16="http://schemas.microsoft.com/office/drawing/2014/main" id="{5B53825A-3A84-4E26-A19D-A61548B6A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AD90489C-7868-4D44-828E-5BD078E1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10">
              <a:extLst>
                <a:ext uri="{FF2B5EF4-FFF2-40B4-BE49-F238E27FC236}">
                  <a16:creationId xmlns:a16="http://schemas.microsoft.com/office/drawing/2014/main" id="{98ED0810-C456-43E0-A430-4BF3E84BB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11">
              <a:extLst>
                <a:ext uri="{FF2B5EF4-FFF2-40B4-BE49-F238E27FC236}">
                  <a16:creationId xmlns:a16="http://schemas.microsoft.com/office/drawing/2014/main" id="{E5A0D863-274E-498B-A757-EE462B7CF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12">
              <a:extLst>
                <a:ext uri="{FF2B5EF4-FFF2-40B4-BE49-F238E27FC236}">
                  <a16:creationId xmlns:a16="http://schemas.microsoft.com/office/drawing/2014/main" id="{B7819E45-002E-4BE7-9D91-AF82D3776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13">
              <a:extLst>
                <a:ext uri="{FF2B5EF4-FFF2-40B4-BE49-F238E27FC236}">
                  <a16:creationId xmlns:a16="http://schemas.microsoft.com/office/drawing/2014/main" id="{8B2A702D-53E8-4674-87E0-CA1F7E562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14">
              <a:extLst>
                <a:ext uri="{FF2B5EF4-FFF2-40B4-BE49-F238E27FC236}">
                  <a16:creationId xmlns:a16="http://schemas.microsoft.com/office/drawing/2014/main" id="{451CEEF2-55A9-4CDF-BB69-2D07031F0D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15">
              <a:extLst>
                <a:ext uri="{FF2B5EF4-FFF2-40B4-BE49-F238E27FC236}">
                  <a16:creationId xmlns:a16="http://schemas.microsoft.com/office/drawing/2014/main" id="{DCEC5350-68CD-460C-999B-A6055EA50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16">
              <a:extLst>
                <a:ext uri="{FF2B5EF4-FFF2-40B4-BE49-F238E27FC236}">
                  <a16:creationId xmlns:a16="http://schemas.microsoft.com/office/drawing/2014/main" id="{26945734-B592-423F-BCF3-8ED9227467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17">
              <a:extLst>
                <a:ext uri="{FF2B5EF4-FFF2-40B4-BE49-F238E27FC236}">
                  <a16:creationId xmlns:a16="http://schemas.microsoft.com/office/drawing/2014/main" id="{D6FF6791-D332-4D35-90E0-42011DF40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18">
              <a:extLst>
                <a:ext uri="{FF2B5EF4-FFF2-40B4-BE49-F238E27FC236}">
                  <a16:creationId xmlns:a16="http://schemas.microsoft.com/office/drawing/2014/main" id="{B1ED9C0C-0AD0-4F60-BB85-02B00AFE76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19">
              <a:extLst>
                <a:ext uri="{FF2B5EF4-FFF2-40B4-BE49-F238E27FC236}">
                  <a16:creationId xmlns:a16="http://schemas.microsoft.com/office/drawing/2014/main" id="{E202B26B-3FB3-4127-9295-F6E24A75E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20">
              <a:extLst>
                <a:ext uri="{FF2B5EF4-FFF2-40B4-BE49-F238E27FC236}">
                  <a16:creationId xmlns:a16="http://schemas.microsoft.com/office/drawing/2014/main" id="{A9B0C70B-3686-4190-8592-736E11AB4D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21">
              <a:extLst>
                <a:ext uri="{FF2B5EF4-FFF2-40B4-BE49-F238E27FC236}">
                  <a16:creationId xmlns:a16="http://schemas.microsoft.com/office/drawing/2014/main" id="{3DCD01FB-20E8-42C3-AFE9-DFD3F426A1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22">
              <a:extLst>
                <a:ext uri="{FF2B5EF4-FFF2-40B4-BE49-F238E27FC236}">
                  <a16:creationId xmlns:a16="http://schemas.microsoft.com/office/drawing/2014/main" id="{E18D3AEB-E104-4243-893A-880F9A3C4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23">
              <a:extLst>
                <a:ext uri="{FF2B5EF4-FFF2-40B4-BE49-F238E27FC236}">
                  <a16:creationId xmlns:a16="http://schemas.microsoft.com/office/drawing/2014/main" id="{25B79020-576E-46E2-BDDD-3D93C9DD5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24">
              <a:extLst>
                <a:ext uri="{FF2B5EF4-FFF2-40B4-BE49-F238E27FC236}">
                  <a16:creationId xmlns:a16="http://schemas.microsoft.com/office/drawing/2014/main" id="{F9BE123C-99CB-4F9F-B6AD-D78B410111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25">
              <a:extLst>
                <a:ext uri="{FF2B5EF4-FFF2-40B4-BE49-F238E27FC236}">
                  <a16:creationId xmlns:a16="http://schemas.microsoft.com/office/drawing/2014/main" id="{2652409A-0FBC-471C-8070-735AA2D18C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26">
              <a:extLst>
                <a:ext uri="{FF2B5EF4-FFF2-40B4-BE49-F238E27FC236}">
                  <a16:creationId xmlns:a16="http://schemas.microsoft.com/office/drawing/2014/main" id="{A7B0AC30-BECB-435E-B184-5893DAF4CF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27">
              <a:extLst>
                <a:ext uri="{FF2B5EF4-FFF2-40B4-BE49-F238E27FC236}">
                  <a16:creationId xmlns:a16="http://schemas.microsoft.com/office/drawing/2014/main" id="{209F3AA3-0D92-49EA-8E9E-E85193591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28">
              <a:extLst>
                <a:ext uri="{FF2B5EF4-FFF2-40B4-BE49-F238E27FC236}">
                  <a16:creationId xmlns:a16="http://schemas.microsoft.com/office/drawing/2014/main" id="{96C003E9-8BC2-48CC-ABF7-540233FDB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29">
              <a:extLst>
                <a:ext uri="{FF2B5EF4-FFF2-40B4-BE49-F238E27FC236}">
                  <a16:creationId xmlns:a16="http://schemas.microsoft.com/office/drawing/2014/main" id="{13BDD8BA-D378-486C-AAC9-F4BC3E8560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30">
              <a:extLst>
                <a:ext uri="{FF2B5EF4-FFF2-40B4-BE49-F238E27FC236}">
                  <a16:creationId xmlns:a16="http://schemas.microsoft.com/office/drawing/2014/main" id="{04C38930-9B92-429B-915A-D0198D6AC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31">
              <a:extLst>
                <a:ext uri="{FF2B5EF4-FFF2-40B4-BE49-F238E27FC236}">
                  <a16:creationId xmlns:a16="http://schemas.microsoft.com/office/drawing/2014/main" id="{32660743-42C8-4FFB-A77B-66678E1E1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32">
              <a:extLst>
                <a:ext uri="{FF2B5EF4-FFF2-40B4-BE49-F238E27FC236}">
                  <a16:creationId xmlns:a16="http://schemas.microsoft.com/office/drawing/2014/main" id="{6B242301-66B7-4876-B23A-1B97410A5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Rectangle 33">
              <a:extLst>
                <a:ext uri="{FF2B5EF4-FFF2-40B4-BE49-F238E27FC236}">
                  <a16:creationId xmlns:a16="http://schemas.microsoft.com/office/drawing/2014/main" id="{B05C5127-C481-4571-9E17-90305CA0A9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34">
              <a:extLst>
                <a:ext uri="{FF2B5EF4-FFF2-40B4-BE49-F238E27FC236}">
                  <a16:creationId xmlns:a16="http://schemas.microsoft.com/office/drawing/2014/main" id="{BC0F1F06-EBE2-4919-A902-A503E384D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35">
              <a:extLst>
                <a:ext uri="{FF2B5EF4-FFF2-40B4-BE49-F238E27FC236}">
                  <a16:creationId xmlns:a16="http://schemas.microsoft.com/office/drawing/2014/main" id="{2B2E1C8D-A953-4AED-8346-C34CFE3BE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36">
              <a:extLst>
                <a:ext uri="{FF2B5EF4-FFF2-40B4-BE49-F238E27FC236}">
                  <a16:creationId xmlns:a16="http://schemas.microsoft.com/office/drawing/2014/main" id="{8F150D6E-EB09-41AD-93BE-BF543BE36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37">
              <a:extLst>
                <a:ext uri="{FF2B5EF4-FFF2-40B4-BE49-F238E27FC236}">
                  <a16:creationId xmlns:a16="http://schemas.microsoft.com/office/drawing/2014/main" id="{AE3633FE-8FF6-4FC3-8422-483E7FAEDE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38">
              <a:extLst>
                <a:ext uri="{FF2B5EF4-FFF2-40B4-BE49-F238E27FC236}">
                  <a16:creationId xmlns:a16="http://schemas.microsoft.com/office/drawing/2014/main" id="{D233BC09-3785-4EA9-A80F-699EABFCD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39">
              <a:extLst>
                <a:ext uri="{FF2B5EF4-FFF2-40B4-BE49-F238E27FC236}">
                  <a16:creationId xmlns:a16="http://schemas.microsoft.com/office/drawing/2014/main" id="{DEFAAC70-9A33-41C4-9960-80B056E47F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40">
              <a:extLst>
                <a:ext uri="{FF2B5EF4-FFF2-40B4-BE49-F238E27FC236}">
                  <a16:creationId xmlns:a16="http://schemas.microsoft.com/office/drawing/2014/main" id="{FE1B6380-FA49-4E35-B2EB-BC1D322A0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41">
              <a:extLst>
                <a:ext uri="{FF2B5EF4-FFF2-40B4-BE49-F238E27FC236}">
                  <a16:creationId xmlns:a16="http://schemas.microsoft.com/office/drawing/2014/main" id="{F578AFE9-69B9-4FE3-A349-4640D49A58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42">
              <a:extLst>
                <a:ext uri="{FF2B5EF4-FFF2-40B4-BE49-F238E27FC236}">
                  <a16:creationId xmlns:a16="http://schemas.microsoft.com/office/drawing/2014/main" id="{49C01CF4-73AC-40B8-8AA5-60072CBB34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43">
              <a:extLst>
                <a:ext uri="{FF2B5EF4-FFF2-40B4-BE49-F238E27FC236}">
                  <a16:creationId xmlns:a16="http://schemas.microsoft.com/office/drawing/2014/main" id="{B4DA1C3D-282A-4010-9263-E2F62D79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44">
              <a:extLst>
                <a:ext uri="{FF2B5EF4-FFF2-40B4-BE49-F238E27FC236}">
                  <a16:creationId xmlns:a16="http://schemas.microsoft.com/office/drawing/2014/main" id="{52475A43-7A28-4A0F-BA58-C070BB882B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Rectangle 45">
              <a:extLst>
                <a:ext uri="{FF2B5EF4-FFF2-40B4-BE49-F238E27FC236}">
                  <a16:creationId xmlns:a16="http://schemas.microsoft.com/office/drawing/2014/main" id="{0C7241CC-AC61-4580-A46E-C217B329EB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46">
              <a:extLst>
                <a:ext uri="{FF2B5EF4-FFF2-40B4-BE49-F238E27FC236}">
                  <a16:creationId xmlns:a16="http://schemas.microsoft.com/office/drawing/2014/main" id="{584FF8AA-E75D-483B-A344-7022541CF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47">
              <a:extLst>
                <a:ext uri="{FF2B5EF4-FFF2-40B4-BE49-F238E27FC236}">
                  <a16:creationId xmlns:a16="http://schemas.microsoft.com/office/drawing/2014/main" id="{AFF0ABD2-8247-432E-9F13-CCB7D0E620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48">
              <a:extLst>
                <a:ext uri="{FF2B5EF4-FFF2-40B4-BE49-F238E27FC236}">
                  <a16:creationId xmlns:a16="http://schemas.microsoft.com/office/drawing/2014/main" id="{8779D639-A8BE-46A3-BF82-B0498C363B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49">
              <a:extLst>
                <a:ext uri="{FF2B5EF4-FFF2-40B4-BE49-F238E27FC236}">
                  <a16:creationId xmlns:a16="http://schemas.microsoft.com/office/drawing/2014/main" id="{62C75AD3-B601-4AB8-A449-C0375B263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50">
              <a:extLst>
                <a:ext uri="{FF2B5EF4-FFF2-40B4-BE49-F238E27FC236}">
                  <a16:creationId xmlns:a16="http://schemas.microsoft.com/office/drawing/2014/main" id="{7CEBAD4A-BB32-451F-B1E1-48D6F52EBD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51">
              <a:extLst>
                <a:ext uri="{FF2B5EF4-FFF2-40B4-BE49-F238E27FC236}">
                  <a16:creationId xmlns:a16="http://schemas.microsoft.com/office/drawing/2014/main" id="{9EA19F7F-29F8-4DF4-AB9B-C4D507FA7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52">
              <a:extLst>
                <a:ext uri="{FF2B5EF4-FFF2-40B4-BE49-F238E27FC236}">
                  <a16:creationId xmlns:a16="http://schemas.microsoft.com/office/drawing/2014/main" id="{9A6E14CB-BA29-40ED-B9E1-9AF554AFDE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53">
              <a:extLst>
                <a:ext uri="{FF2B5EF4-FFF2-40B4-BE49-F238E27FC236}">
                  <a16:creationId xmlns:a16="http://schemas.microsoft.com/office/drawing/2014/main" id="{384A67CA-9AF3-4473-9BC7-2C48C4326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54">
              <a:extLst>
                <a:ext uri="{FF2B5EF4-FFF2-40B4-BE49-F238E27FC236}">
                  <a16:creationId xmlns:a16="http://schemas.microsoft.com/office/drawing/2014/main" id="{9DE1AF00-9D03-4DFB-B862-C86659628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55">
              <a:extLst>
                <a:ext uri="{FF2B5EF4-FFF2-40B4-BE49-F238E27FC236}">
                  <a16:creationId xmlns:a16="http://schemas.microsoft.com/office/drawing/2014/main" id="{03D15E32-C507-4B36-B9AB-BD0A1AEBD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56">
              <a:extLst>
                <a:ext uri="{FF2B5EF4-FFF2-40B4-BE49-F238E27FC236}">
                  <a16:creationId xmlns:a16="http://schemas.microsoft.com/office/drawing/2014/main" id="{978B3024-1C05-4858-A919-0ABF75EF7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57">
              <a:extLst>
                <a:ext uri="{FF2B5EF4-FFF2-40B4-BE49-F238E27FC236}">
                  <a16:creationId xmlns:a16="http://schemas.microsoft.com/office/drawing/2014/main" id="{04B0C1D6-8B63-4D35-83C5-5D4331190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58">
              <a:extLst>
                <a:ext uri="{FF2B5EF4-FFF2-40B4-BE49-F238E27FC236}">
                  <a16:creationId xmlns:a16="http://schemas.microsoft.com/office/drawing/2014/main" id="{C0409678-BF82-43B2-8F95-46A5A0E186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94AA1AA-DF33-9483-5E4F-6FFD473CD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7233" y="4539573"/>
            <a:ext cx="8957534" cy="11828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/>
              <a:t>Doing ifft and IQ splitting</a:t>
            </a:r>
          </a:p>
        </p:txBody>
      </p:sp>
      <p:sp>
        <p:nvSpPr>
          <p:cNvPr id="135" name="Round Diagonal Corner Rectangle 6">
            <a:extLst>
              <a:ext uri="{FF2B5EF4-FFF2-40B4-BE49-F238E27FC236}">
                <a16:creationId xmlns:a16="http://schemas.microsoft.com/office/drawing/2014/main" id="{9CE97880-B96A-4BF9-BFFB-34DAA44F8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974" y="639965"/>
            <a:ext cx="10879991" cy="3598548"/>
          </a:xfrm>
          <a:prstGeom prst="round2DiagRect">
            <a:avLst>
              <a:gd name="adj1" fmla="val 9529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graph&#10;&#10;AI-generated content may be incorrect.">
            <a:extLst>
              <a:ext uri="{FF2B5EF4-FFF2-40B4-BE49-F238E27FC236}">
                <a16:creationId xmlns:a16="http://schemas.microsoft.com/office/drawing/2014/main" id="{A6F45440-5855-3E29-659D-E26BD45059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2" b="642"/>
          <a:stretch/>
        </p:blipFill>
        <p:spPr>
          <a:xfrm>
            <a:off x="1734894" y="951493"/>
            <a:ext cx="3528952" cy="2975493"/>
          </a:xfrm>
          <a:prstGeom prst="rect">
            <a:avLst/>
          </a:prstGeom>
        </p:spPr>
      </p:pic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EE2C809-1AFC-F405-AEF9-B95078367A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10" b="1"/>
          <a:stretch/>
        </p:blipFill>
        <p:spPr>
          <a:xfrm>
            <a:off x="6950098" y="951493"/>
            <a:ext cx="3528939" cy="297549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36F17-DCD1-F8AC-BE0F-8EE0915B4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6911" y="6309360"/>
            <a:ext cx="7710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6D22F896-40B5-4ADD-8801-0D06FADFA095}" type="slidenum">
              <a:rPr lang="en-US" smtClean="0"/>
              <a:pPr defTabSz="914400"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04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B42E3-7128-DE7A-F5BD-20046AED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2A2DE-8113-EC17-19F3-8B945B155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Transmission and Receival of signal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3DAD-FF3F-D14F-049D-7F3514CF8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pic>
        <p:nvPicPr>
          <p:cNvPr id="8" name="Content Placeholder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338B91B-9BFF-1FBB-7A48-1658CCFA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76274" y="1800566"/>
            <a:ext cx="4785591" cy="4082708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1DC2E0-1BBB-96B1-17BA-443722B22D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0"/>
          <a:stretch/>
        </p:blipFill>
        <p:spPr>
          <a:xfrm>
            <a:off x="1141413" y="1800566"/>
            <a:ext cx="4327426" cy="408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80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35228-ACCA-9A0D-AD9E-9D0235D6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F3732-8DCE-3791-FC56-A2734830E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Cross correlation and distance mapping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1F6DA-F4E5-AA2A-462A-2A6D76344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pic>
        <p:nvPicPr>
          <p:cNvPr id="8" name="Content Placeholder 7" descr="A screen shot of a graph&#10;&#10;AI-generated content may be incorrect.">
            <a:extLst>
              <a:ext uri="{FF2B5EF4-FFF2-40B4-BE49-F238E27FC236}">
                <a16:creationId xmlns:a16="http://schemas.microsoft.com/office/drawing/2014/main" id="{9413D681-CD1C-0A88-40C1-7336755410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2134" y="1936204"/>
            <a:ext cx="4772854" cy="4061374"/>
          </a:xfrm>
        </p:spPr>
      </p:pic>
      <p:pic>
        <p:nvPicPr>
          <p:cNvPr id="10" name="Picture 9" descr="A screen shot of a graph&#10;&#10;AI-generated content may be incorrect.">
            <a:extLst>
              <a:ext uri="{FF2B5EF4-FFF2-40B4-BE49-F238E27FC236}">
                <a16:creationId xmlns:a16="http://schemas.microsoft.com/office/drawing/2014/main" id="{3434A23C-F11D-335D-294C-32388FDAA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563" y="1943507"/>
            <a:ext cx="4772855" cy="405804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D3C542A-D10F-B912-6DEF-A4263AAA835B}"/>
              </a:ext>
            </a:extLst>
          </p:cNvPr>
          <p:cNvSpPr/>
          <p:nvPr/>
        </p:nvSpPr>
        <p:spPr>
          <a:xfrm>
            <a:off x="2471738" y="2357438"/>
            <a:ext cx="1614487" cy="20002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7614FE-1723-31A1-251B-F23EDC435A11}"/>
              </a:ext>
            </a:extLst>
          </p:cNvPr>
          <p:cNvSpPr/>
          <p:nvPr/>
        </p:nvSpPr>
        <p:spPr>
          <a:xfrm>
            <a:off x="7573746" y="2357437"/>
            <a:ext cx="1614487" cy="20002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5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7EA6B-18C2-DF4A-0183-C2CF3EF0E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B0189-E77A-2E73-8B58-52C326EB4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Exact same process but with a target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4BA1F-6284-3BEB-6121-E012522AB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  <p:pic>
        <p:nvPicPr>
          <p:cNvPr id="7" name="Picture 6" descr="A screen shot of a graph&#10;&#10;AI-generated content may be incorrect.">
            <a:extLst>
              <a:ext uri="{FF2B5EF4-FFF2-40B4-BE49-F238E27FC236}">
                <a16:creationId xmlns:a16="http://schemas.microsoft.com/office/drawing/2014/main" id="{B488ECF5-14C7-1C0D-BA08-169D7793C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325" y="1918676"/>
            <a:ext cx="4490293" cy="3831810"/>
          </a:xfrm>
          <a:prstGeom prst="rect">
            <a:avLst/>
          </a:prstGeom>
        </p:spPr>
      </p:pic>
      <p:pic>
        <p:nvPicPr>
          <p:cNvPr id="13" name="Picture 12" descr="A screen shot of a graph&#10;&#10;AI-generated content may be incorrect.">
            <a:extLst>
              <a:ext uri="{FF2B5EF4-FFF2-40B4-BE49-F238E27FC236}">
                <a16:creationId xmlns:a16="http://schemas.microsoft.com/office/drawing/2014/main" id="{6B6CD077-0713-BABD-C80D-BB0A8D290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368" y="1918677"/>
            <a:ext cx="4490292" cy="383180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8A1FF17-1C7A-921B-48CC-EFD4124B417C}"/>
              </a:ext>
            </a:extLst>
          </p:cNvPr>
          <p:cNvSpPr/>
          <p:nvPr/>
        </p:nvSpPr>
        <p:spPr>
          <a:xfrm>
            <a:off x="2873829" y="2327564"/>
            <a:ext cx="1068779" cy="16625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0E1928-BEF9-06D4-93C5-B74F1856A18D}"/>
              </a:ext>
            </a:extLst>
          </p:cNvPr>
          <p:cNvSpPr/>
          <p:nvPr/>
        </p:nvSpPr>
        <p:spPr>
          <a:xfrm>
            <a:off x="7716982" y="2327564"/>
            <a:ext cx="1068779" cy="16625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409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C00500-060E-197F-CEA3-0C7C648B4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2">
            <a:extLst>
              <a:ext uri="{FF2B5EF4-FFF2-40B4-BE49-F238E27FC236}">
                <a16:creationId xmlns:a16="http://schemas.microsoft.com/office/drawing/2014/main" id="{5BD33659-8797-414B-BBDC-24F9423295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F810FE48-5F0C-4E97-BD7F-FDE128D85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9E9C04BA-ABF7-4D41-9977-2AC221BD44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6AF6CAB-66FF-4AA8-8332-92421FA16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2A7D0399-D212-4CE1-A9C0-9B98A2F0C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Rectangle 8">
              <a:extLst>
                <a:ext uri="{FF2B5EF4-FFF2-40B4-BE49-F238E27FC236}">
                  <a16:creationId xmlns:a16="http://schemas.microsoft.com/office/drawing/2014/main" id="{18DF3D3C-1A48-496B-B941-76DF67EA7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9">
              <a:extLst>
                <a:ext uri="{FF2B5EF4-FFF2-40B4-BE49-F238E27FC236}">
                  <a16:creationId xmlns:a16="http://schemas.microsoft.com/office/drawing/2014/main" id="{913F4BC7-7179-4E16-9FD6-A32BC13A0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509355FA-2026-4EBE-8C72-9B94B1F1B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CDD190A1-6E3E-4C34-A19B-A52C6D317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D5BA1962-F2E3-4CA2-BE44-53381D18F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>
              <a:extLst>
                <a:ext uri="{FF2B5EF4-FFF2-40B4-BE49-F238E27FC236}">
                  <a16:creationId xmlns:a16="http://schemas.microsoft.com/office/drawing/2014/main" id="{C2FA9E59-0DE1-449C-8D17-1475D5CC7E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>
              <a:extLst>
                <a:ext uri="{FF2B5EF4-FFF2-40B4-BE49-F238E27FC236}">
                  <a16:creationId xmlns:a16="http://schemas.microsoft.com/office/drawing/2014/main" id="{F1582807-3DE3-42F1-9941-728273E08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>
              <a:extLst>
                <a:ext uri="{FF2B5EF4-FFF2-40B4-BE49-F238E27FC236}">
                  <a16:creationId xmlns:a16="http://schemas.microsoft.com/office/drawing/2014/main" id="{6C574FB1-69C5-49C2-A1C4-2A6590BF4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>
              <a:extLst>
                <a:ext uri="{FF2B5EF4-FFF2-40B4-BE49-F238E27FC236}">
                  <a16:creationId xmlns:a16="http://schemas.microsoft.com/office/drawing/2014/main" id="{D4175D29-82CB-41CD-9E0F-17524FB027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>
              <a:extLst>
                <a:ext uri="{FF2B5EF4-FFF2-40B4-BE49-F238E27FC236}">
                  <a16:creationId xmlns:a16="http://schemas.microsoft.com/office/drawing/2014/main" id="{9893387B-BD94-47D2-80DC-B9ADB6BD95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BC2223CF-E8B9-48C3-8E70-7B38DBE2A7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>
              <a:extLst>
                <a:ext uri="{FF2B5EF4-FFF2-40B4-BE49-F238E27FC236}">
                  <a16:creationId xmlns:a16="http://schemas.microsoft.com/office/drawing/2014/main" id="{CB660EF5-7021-48D0-B131-DA22FAF8DA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>
              <a:extLst>
                <a:ext uri="{FF2B5EF4-FFF2-40B4-BE49-F238E27FC236}">
                  <a16:creationId xmlns:a16="http://schemas.microsoft.com/office/drawing/2014/main" id="{7A02052F-7B58-4423-9CBA-27D8D838A9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>
              <a:extLst>
                <a:ext uri="{FF2B5EF4-FFF2-40B4-BE49-F238E27FC236}">
                  <a16:creationId xmlns:a16="http://schemas.microsoft.com/office/drawing/2014/main" id="{42231171-7F2B-4B11-B34A-D98DB4143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>
              <a:extLst>
                <a:ext uri="{FF2B5EF4-FFF2-40B4-BE49-F238E27FC236}">
                  <a16:creationId xmlns:a16="http://schemas.microsoft.com/office/drawing/2014/main" id="{AED192E7-1105-4649-8D4D-C86FFEDF6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3">
              <a:extLst>
                <a:ext uri="{FF2B5EF4-FFF2-40B4-BE49-F238E27FC236}">
                  <a16:creationId xmlns:a16="http://schemas.microsoft.com/office/drawing/2014/main" id="{8BA48BFE-2223-4E9C-A0EE-DE11843C3D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4">
              <a:extLst>
                <a:ext uri="{FF2B5EF4-FFF2-40B4-BE49-F238E27FC236}">
                  <a16:creationId xmlns:a16="http://schemas.microsoft.com/office/drawing/2014/main" id="{B3FB57C9-C83B-4ADC-8E93-312492D431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5">
              <a:extLst>
                <a:ext uri="{FF2B5EF4-FFF2-40B4-BE49-F238E27FC236}">
                  <a16:creationId xmlns:a16="http://schemas.microsoft.com/office/drawing/2014/main" id="{AF6405A6-6E98-40DD-945A-E6D969231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6">
              <a:extLst>
                <a:ext uri="{FF2B5EF4-FFF2-40B4-BE49-F238E27FC236}">
                  <a16:creationId xmlns:a16="http://schemas.microsoft.com/office/drawing/2014/main" id="{2D181A4A-23A5-4683-9F05-61228AD268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7">
              <a:extLst>
                <a:ext uri="{FF2B5EF4-FFF2-40B4-BE49-F238E27FC236}">
                  <a16:creationId xmlns:a16="http://schemas.microsoft.com/office/drawing/2014/main" id="{201ABEF6-F58B-46EC-85FB-228E60962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28">
              <a:extLst>
                <a:ext uri="{FF2B5EF4-FFF2-40B4-BE49-F238E27FC236}">
                  <a16:creationId xmlns:a16="http://schemas.microsoft.com/office/drawing/2014/main" id="{D6EBECB6-1B5C-43E5-84BF-8D5385C030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29">
              <a:extLst>
                <a:ext uri="{FF2B5EF4-FFF2-40B4-BE49-F238E27FC236}">
                  <a16:creationId xmlns:a16="http://schemas.microsoft.com/office/drawing/2014/main" id="{6D5B4EBF-EF44-4914-AE66-247EF3D359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0">
              <a:extLst>
                <a:ext uri="{FF2B5EF4-FFF2-40B4-BE49-F238E27FC236}">
                  <a16:creationId xmlns:a16="http://schemas.microsoft.com/office/drawing/2014/main" id="{43593E76-10EF-45B3-86EB-CA59047CC6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1">
              <a:extLst>
                <a:ext uri="{FF2B5EF4-FFF2-40B4-BE49-F238E27FC236}">
                  <a16:creationId xmlns:a16="http://schemas.microsoft.com/office/drawing/2014/main" id="{FC3720B0-AA35-49D1-B5A6-9215D01383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2">
              <a:extLst>
                <a:ext uri="{FF2B5EF4-FFF2-40B4-BE49-F238E27FC236}">
                  <a16:creationId xmlns:a16="http://schemas.microsoft.com/office/drawing/2014/main" id="{EEE267FA-B493-44EE-B372-8CB3A0450D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Rectangle 33">
              <a:extLst>
                <a:ext uri="{FF2B5EF4-FFF2-40B4-BE49-F238E27FC236}">
                  <a16:creationId xmlns:a16="http://schemas.microsoft.com/office/drawing/2014/main" id="{3DA75F6F-8EDF-4DF8-89BF-9C1137D172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4">
              <a:extLst>
                <a:ext uri="{FF2B5EF4-FFF2-40B4-BE49-F238E27FC236}">
                  <a16:creationId xmlns:a16="http://schemas.microsoft.com/office/drawing/2014/main" id="{5BEEC465-A6AB-47E5-8FB5-DCA91F165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5">
              <a:extLst>
                <a:ext uri="{FF2B5EF4-FFF2-40B4-BE49-F238E27FC236}">
                  <a16:creationId xmlns:a16="http://schemas.microsoft.com/office/drawing/2014/main" id="{89B9E785-F9F2-4951-8158-002B551268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6">
              <a:extLst>
                <a:ext uri="{FF2B5EF4-FFF2-40B4-BE49-F238E27FC236}">
                  <a16:creationId xmlns:a16="http://schemas.microsoft.com/office/drawing/2014/main" id="{E1F4058F-C686-4BF1-9DE9-C917CAB90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7">
              <a:extLst>
                <a:ext uri="{FF2B5EF4-FFF2-40B4-BE49-F238E27FC236}">
                  <a16:creationId xmlns:a16="http://schemas.microsoft.com/office/drawing/2014/main" id="{F1337D0C-63AE-4024-A976-139287761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38">
              <a:extLst>
                <a:ext uri="{FF2B5EF4-FFF2-40B4-BE49-F238E27FC236}">
                  <a16:creationId xmlns:a16="http://schemas.microsoft.com/office/drawing/2014/main" id="{7F12E32F-60F1-4DA3-A0B8-05E6AF31D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39">
              <a:extLst>
                <a:ext uri="{FF2B5EF4-FFF2-40B4-BE49-F238E27FC236}">
                  <a16:creationId xmlns:a16="http://schemas.microsoft.com/office/drawing/2014/main" id="{7CC92CAE-5F95-49A9-B9F9-94A1DEE987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0">
              <a:extLst>
                <a:ext uri="{FF2B5EF4-FFF2-40B4-BE49-F238E27FC236}">
                  <a16:creationId xmlns:a16="http://schemas.microsoft.com/office/drawing/2014/main" id="{610BE2B0-1D02-4099-9DD8-339F22FEE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1">
              <a:extLst>
                <a:ext uri="{FF2B5EF4-FFF2-40B4-BE49-F238E27FC236}">
                  <a16:creationId xmlns:a16="http://schemas.microsoft.com/office/drawing/2014/main" id="{E10409A3-2BB1-41E7-90AE-3D296FC1F7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2">
              <a:extLst>
                <a:ext uri="{FF2B5EF4-FFF2-40B4-BE49-F238E27FC236}">
                  <a16:creationId xmlns:a16="http://schemas.microsoft.com/office/drawing/2014/main" id="{F8F8E99E-F806-4235-ADFB-25B49D4A8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3">
              <a:extLst>
                <a:ext uri="{FF2B5EF4-FFF2-40B4-BE49-F238E27FC236}">
                  <a16:creationId xmlns:a16="http://schemas.microsoft.com/office/drawing/2014/main" id="{3C4715E6-9985-446B-ADB4-B822729888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4">
              <a:extLst>
                <a:ext uri="{FF2B5EF4-FFF2-40B4-BE49-F238E27FC236}">
                  <a16:creationId xmlns:a16="http://schemas.microsoft.com/office/drawing/2014/main" id="{071C6B3A-09E9-4DEC-ADEE-FA919B782D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Rectangle 45">
              <a:extLst>
                <a:ext uri="{FF2B5EF4-FFF2-40B4-BE49-F238E27FC236}">
                  <a16:creationId xmlns:a16="http://schemas.microsoft.com/office/drawing/2014/main" id="{DE1E82C9-0A74-451A-A063-6818E33B0E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6">
              <a:extLst>
                <a:ext uri="{FF2B5EF4-FFF2-40B4-BE49-F238E27FC236}">
                  <a16:creationId xmlns:a16="http://schemas.microsoft.com/office/drawing/2014/main" id="{F3662B80-5B88-475B-89A9-8E6AFBDCAC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7">
              <a:extLst>
                <a:ext uri="{FF2B5EF4-FFF2-40B4-BE49-F238E27FC236}">
                  <a16:creationId xmlns:a16="http://schemas.microsoft.com/office/drawing/2014/main" id="{ECA55A40-ECA9-4F56-9D04-8C68C1910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48">
              <a:extLst>
                <a:ext uri="{FF2B5EF4-FFF2-40B4-BE49-F238E27FC236}">
                  <a16:creationId xmlns:a16="http://schemas.microsoft.com/office/drawing/2014/main" id="{D1CED64C-F0D9-4EA6-B88B-E4795F81D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49">
              <a:extLst>
                <a:ext uri="{FF2B5EF4-FFF2-40B4-BE49-F238E27FC236}">
                  <a16:creationId xmlns:a16="http://schemas.microsoft.com/office/drawing/2014/main" id="{4641FE6D-04B5-4BBE-B700-E3A0C057B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0">
              <a:extLst>
                <a:ext uri="{FF2B5EF4-FFF2-40B4-BE49-F238E27FC236}">
                  <a16:creationId xmlns:a16="http://schemas.microsoft.com/office/drawing/2014/main" id="{1426A56A-D27A-4C9A-A74C-5A73E5AD6F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1">
              <a:extLst>
                <a:ext uri="{FF2B5EF4-FFF2-40B4-BE49-F238E27FC236}">
                  <a16:creationId xmlns:a16="http://schemas.microsoft.com/office/drawing/2014/main" id="{0D2887A6-6597-4932-AEA0-A1B3C719B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2">
              <a:extLst>
                <a:ext uri="{FF2B5EF4-FFF2-40B4-BE49-F238E27FC236}">
                  <a16:creationId xmlns:a16="http://schemas.microsoft.com/office/drawing/2014/main" id="{32CCC3DB-409A-48A3-A79A-2E37A9603C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3">
              <a:extLst>
                <a:ext uri="{FF2B5EF4-FFF2-40B4-BE49-F238E27FC236}">
                  <a16:creationId xmlns:a16="http://schemas.microsoft.com/office/drawing/2014/main" id="{1C2C9C8A-AD45-4AA6-817C-3010FCF20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4">
              <a:extLst>
                <a:ext uri="{FF2B5EF4-FFF2-40B4-BE49-F238E27FC236}">
                  <a16:creationId xmlns:a16="http://schemas.microsoft.com/office/drawing/2014/main" id="{BD8D346A-C641-4BD2-B5AE-C48CC6A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5">
              <a:extLst>
                <a:ext uri="{FF2B5EF4-FFF2-40B4-BE49-F238E27FC236}">
                  <a16:creationId xmlns:a16="http://schemas.microsoft.com/office/drawing/2014/main" id="{6BD8EEEB-07A6-4582-9E40-4AA094FED4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6">
              <a:extLst>
                <a:ext uri="{FF2B5EF4-FFF2-40B4-BE49-F238E27FC236}">
                  <a16:creationId xmlns:a16="http://schemas.microsoft.com/office/drawing/2014/main" id="{9E6A63A8-37FA-425D-86BE-BF9A568AFE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57">
              <a:extLst>
                <a:ext uri="{FF2B5EF4-FFF2-40B4-BE49-F238E27FC236}">
                  <a16:creationId xmlns:a16="http://schemas.microsoft.com/office/drawing/2014/main" id="{3F5FAEF2-49E0-4F5C-A6D4-26C2FE15F0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58">
              <a:extLst>
                <a:ext uri="{FF2B5EF4-FFF2-40B4-BE49-F238E27FC236}">
                  <a16:creationId xmlns:a16="http://schemas.microsoft.com/office/drawing/2014/main" id="{BF106702-ED0E-4145-BF3A-08F15BCC2F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AA1A711-A612-6006-87BB-C4EC9AA20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7233" y="4539573"/>
            <a:ext cx="8957534" cy="11828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/>
              <a:t>Pulse Integration</a:t>
            </a:r>
          </a:p>
        </p:txBody>
      </p:sp>
      <p:sp>
        <p:nvSpPr>
          <p:cNvPr id="73" name="Round Diagonal Corner Rectangle 6">
            <a:extLst>
              <a:ext uri="{FF2B5EF4-FFF2-40B4-BE49-F238E27FC236}">
                <a16:creationId xmlns:a16="http://schemas.microsoft.com/office/drawing/2014/main" id="{693B9BB4-93D5-4ECE-B756-18E59A445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974" y="639965"/>
            <a:ext cx="10879991" cy="3598548"/>
          </a:xfrm>
          <a:prstGeom prst="round2DiagRect">
            <a:avLst>
              <a:gd name="adj1" fmla="val 9529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graph&#10;&#10;AI-generated content may be incorrect.">
            <a:extLst>
              <a:ext uri="{FF2B5EF4-FFF2-40B4-BE49-F238E27FC236}">
                <a16:creationId xmlns:a16="http://schemas.microsoft.com/office/drawing/2014/main" id="{5734CFCB-D919-EDAB-D8A4-195803E3D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6086" y="1009753"/>
            <a:ext cx="3310219" cy="2813685"/>
          </a:xfrm>
          <a:prstGeom prst="rect">
            <a:avLst/>
          </a:prstGeom>
        </p:spPr>
      </p:pic>
      <p:pic>
        <p:nvPicPr>
          <p:cNvPr id="5" name="Picture 4" descr="A screen shot of a graph&#10;&#10;AI-generated content may be incorrect.">
            <a:extLst>
              <a:ext uri="{FF2B5EF4-FFF2-40B4-BE49-F238E27FC236}">
                <a16:creationId xmlns:a16="http://schemas.microsoft.com/office/drawing/2014/main" id="{8388F50F-7323-04DC-ABEE-4729D6BDF6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481" y="1014005"/>
            <a:ext cx="3319744" cy="2805182"/>
          </a:xfrm>
          <a:prstGeom prst="rect">
            <a:avLst/>
          </a:prstGeom>
        </p:spPr>
      </p:pic>
      <p:pic>
        <p:nvPicPr>
          <p:cNvPr id="10" name="Picture 9" descr="A screen shot of a graph&#10;&#10;AI-generated content may be incorrect.">
            <a:extLst>
              <a:ext uri="{FF2B5EF4-FFF2-40B4-BE49-F238E27FC236}">
                <a16:creationId xmlns:a16="http://schemas.microsoft.com/office/drawing/2014/main" id="{8900E8C0-2913-B7A0-BECA-0E61C42CA2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560" y="1036648"/>
            <a:ext cx="3319744" cy="28051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74158-E9B8-6511-2F00-55DBC7BC1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6911" y="6309360"/>
            <a:ext cx="7710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D22F896-40B5-4ADD-8801-0D06FADFA095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B10A8D-377A-F92A-EDC0-97C718118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Picture 2">
            <a:extLst>
              <a:ext uri="{FF2B5EF4-FFF2-40B4-BE49-F238E27FC236}">
                <a16:creationId xmlns:a16="http://schemas.microsoft.com/office/drawing/2014/main" id="{9EB19A0D-88ED-4EC7-B012-FDA45662F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3" name="Group 202">
            <a:extLst>
              <a:ext uri="{FF2B5EF4-FFF2-40B4-BE49-F238E27FC236}">
                <a16:creationId xmlns:a16="http://schemas.microsoft.com/office/drawing/2014/main" id="{039C885C-7507-48BC-8DA5-9B9A8A3B2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204" name="Rectangle 5">
              <a:extLst>
                <a:ext uri="{FF2B5EF4-FFF2-40B4-BE49-F238E27FC236}">
                  <a16:creationId xmlns:a16="http://schemas.microsoft.com/office/drawing/2014/main" id="{80315E80-D09C-4AAC-A1AA-6416ADD0A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6">
              <a:extLst>
                <a:ext uri="{FF2B5EF4-FFF2-40B4-BE49-F238E27FC236}">
                  <a16:creationId xmlns:a16="http://schemas.microsoft.com/office/drawing/2014/main" id="{464D5536-A035-4505-AF73-4F7CAE4882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7">
              <a:extLst>
                <a:ext uri="{FF2B5EF4-FFF2-40B4-BE49-F238E27FC236}">
                  <a16:creationId xmlns:a16="http://schemas.microsoft.com/office/drawing/2014/main" id="{81218E36-F40D-459F-A201-0A62E0FA57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Rectangle 8">
              <a:extLst>
                <a:ext uri="{FF2B5EF4-FFF2-40B4-BE49-F238E27FC236}">
                  <a16:creationId xmlns:a16="http://schemas.microsoft.com/office/drawing/2014/main" id="{5B53825A-3A84-4E26-A19D-A61548B6A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9">
              <a:extLst>
                <a:ext uri="{FF2B5EF4-FFF2-40B4-BE49-F238E27FC236}">
                  <a16:creationId xmlns:a16="http://schemas.microsoft.com/office/drawing/2014/main" id="{AD90489C-7868-4D44-828E-5BD078E1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10">
              <a:extLst>
                <a:ext uri="{FF2B5EF4-FFF2-40B4-BE49-F238E27FC236}">
                  <a16:creationId xmlns:a16="http://schemas.microsoft.com/office/drawing/2014/main" id="{98ED0810-C456-43E0-A430-4BF3E84BB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11">
              <a:extLst>
                <a:ext uri="{FF2B5EF4-FFF2-40B4-BE49-F238E27FC236}">
                  <a16:creationId xmlns:a16="http://schemas.microsoft.com/office/drawing/2014/main" id="{E5A0D863-274E-498B-A757-EE462B7CF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12">
              <a:extLst>
                <a:ext uri="{FF2B5EF4-FFF2-40B4-BE49-F238E27FC236}">
                  <a16:creationId xmlns:a16="http://schemas.microsoft.com/office/drawing/2014/main" id="{B7819E45-002E-4BE7-9D91-AF82D3776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13">
              <a:extLst>
                <a:ext uri="{FF2B5EF4-FFF2-40B4-BE49-F238E27FC236}">
                  <a16:creationId xmlns:a16="http://schemas.microsoft.com/office/drawing/2014/main" id="{8B2A702D-53E8-4674-87E0-CA1F7E562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14">
              <a:extLst>
                <a:ext uri="{FF2B5EF4-FFF2-40B4-BE49-F238E27FC236}">
                  <a16:creationId xmlns:a16="http://schemas.microsoft.com/office/drawing/2014/main" id="{451CEEF2-55A9-4CDF-BB69-2D07031F0D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15">
              <a:extLst>
                <a:ext uri="{FF2B5EF4-FFF2-40B4-BE49-F238E27FC236}">
                  <a16:creationId xmlns:a16="http://schemas.microsoft.com/office/drawing/2014/main" id="{DCEC5350-68CD-460C-999B-A6055EA50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16">
              <a:extLst>
                <a:ext uri="{FF2B5EF4-FFF2-40B4-BE49-F238E27FC236}">
                  <a16:creationId xmlns:a16="http://schemas.microsoft.com/office/drawing/2014/main" id="{26945734-B592-423F-BCF3-8ED9227467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17">
              <a:extLst>
                <a:ext uri="{FF2B5EF4-FFF2-40B4-BE49-F238E27FC236}">
                  <a16:creationId xmlns:a16="http://schemas.microsoft.com/office/drawing/2014/main" id="{D6FF6791-D332-4D35-90E0-42011DF40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18">
              <a:extLst>
                <a:ext uri="{FF2B5EF4-FFF2-40B4-BE49-F238E27FC236}">
                  <a16:creationId xmlns:a16="http://schemas.microsoft.com/office/drawing/2014/main" id="{B1ED9C0C-0AD0-4F60-BB85-02B00AFE76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19">
              <a:extLst>
                <a:ext uri="{FF2B5EF4-FFF2-40B4-BE49-F238E27FC236}">
                  <a16:creationId xmlns:a16="http://schemas.microsoft.com/office/drawing/2014/main" id="{E202B26B-3FB3-4127-9295-F6E24A75E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0">
              <a:extLst>
                <a:ext uri="{FF2B5EF4-FFF2-40B4-BE49-F238E27FC236}">
                  <a16:creationId xmlns:a16="http://schemas.microsoft.com/office/drawing/2014/main" id="{A9B0C70B-3686-4190-8592-736E11AB4D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">
              <a:extLst>
                <a:ext uri="{FF2B5EF4-FFF2-40B4-BE49-F238E27FC236}">
                  <a16:creationId xmlns:a16="http://schemas.microsoft.com/office/drawing/2014/main" id="{3DCD01FB-20E8-42C3-AFE9-DFD3F426A1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">
              <a:extLst>
                <a:ext uri="{FF2B5EF4-FFF2-40B4-BE49-F238E27FC236}">
                  <a16:creationId xmlns:a16="http://schemas.microsoft.com/office/drawing/2014/main" id="{E18D3AEB-E104-4243-893A-880F9A3C4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3">
              <a:extLst>
                <a:ext uri="{FF2B5EF4-FFF2-40B4-BE49-F238E27FC236}">
                  <a16:creationId xmlns:a16="http://schemas.microsoft.com/office/drawing/2014/main" id="{25B79020-576E-46E2-BDDD-3D93C9DD5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4">
              <a:extLst>
                <a:ext uri="{FF2B5EF4-FFF2-40B4-BE49-F238E27FC236}">
                  <a16:creationId xmlns:a16="http://schemas.microsoft.com/office/drawing/2014/main" id="{F9BE123C-99CB-4F9F-B6AD-D78B410111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5">
              <a:extLst>
                <a:ext uri="{FF2B5EF4-FFF2-40B4-BE49-F238E27FC236}">
                  <a16:creationId xmlns:a16="http://schemas.microsoft.com/office/drawing/2014/main" id="{2652409A-0FBC-471C-8070-735AA2D18C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6">
              <a:extLst>
                <a:ext uri="{FF2B5EF4-FFF2-40B4-BE49-F238E27FC236}">
                  <a16:creationId xmlns:a16="http://schemas.microsoft.com/office/drawing/2014/main" id="{A7B0AC30-BECB-435E-B184-5893DAF4CF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7">
              <a:extLst>
                <a:ext uri="{FF2B5EF4-FFF2-40B4-BE49-F238E27FC236}">
                  <a16:creationId xmlns:a16="http://schemas.microsoft.com/office/drawing/2014/main" id="{209F3AA3-0D92-49EA-8E9E-E85193591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8">
              <a:extLst>
                <a:ext uri="{FF2B5EF4-FFF2-40B4-BE49-F238E27FC236}">
                  <a16:creationId xmlns:a16="http://schemas.microsoft.com/office/drawing/2014/main" id="{96C003E9-8BC2-48CC-ABF7-540233FDB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9">
              <a:extLst>
                <a:ext uri="{FF2B5EF4-FFF2-40B4-BE49-F238E27FC236}">
                  <a16:creationId xmlns:a16="http://schemas.microsoft.com/office/drawing/2014/main" id="{13BDD8BA-D378-486C-AAC9-F4BC3E8560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30">
              <a:extLst>
                <a:ext uri="{FF2B5EF4-FFF2-40B4-BE49-F238E27FC236}">
                  <a16:creationId xmlns:a16="http://schemas.microsoft.com/office/drawing/2014/main" id="{04C38930-9B92-429B-915A-D0198D6AC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31">
              <a:extLst>
                <a:ext uri="{FF2B5EF4-FFF2-40B4-BE49-F238E27FC236}">
                  <a16:creationId xmlns:a16="http://schemas.microsoft.com/office/drawing/2014/main" id="{32660743-42C8-4FFB-A77B-66678E1E1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32">
              <a:extLst>
                <a:ext uri="{FF2B5EF4-FFF2-40B4-BE49-F238E27FC236}">
                  <a16:creationId xmlns:a16="http://schemas.microsoft.com/office/drawing/2014/main" id="{6B242301-66B7-4876-B23A-1B97410A5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Rectangle 33">
              <a:extLst>
                <a:ext uri="{FF2B5EF4-FFF2-40B4-BE49-F238E27FC236}">
                  <a16:creationId xmlns:a16="http://schemas.microsoft.com/office/drawing/2014/main" id="{B05C5127-C481-4571-9E17-90305CA0A9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34">
              <a:extLst>
                <a:ext uri="{FF2B5EF4-FFF2-40B4-BE49-F238E27FC236}">
                  <a16:creationId xmlns:a16="http://schemas.microsoft.com/office/drawing/2014/main" id="{BC0F1F06-EBE2-4919-A902-A503E384D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35">
              <a:extLst>
                <a:ext uri="{FF2B5EF4-FFF2-40B4-BE49-F238E27FC236}">
                  <a16:creationId xmlns:a16="http://schemas.microsoft.com/office/drawing/2014/main" id="{2B2E1C8D-A953-4AED-8346-C34CFE3BE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36">
              <a:extLst>
                <a:ext uri="{FF2B5EF4-FFF2-40B4-BE49-F238E27FC236}">
                  <a16:creationId xmlns:a16="http://schemas.microsoft.com/office/drawing/2014/main" id="{8F150D6E-EB09-41AD-93BE-BF543BE36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37">
              <a:extLst>
                <a:ext uri="{FF2B5EF4-FFF2-40B4-BE49-F238E27FC236}">
                  <a16:creationId xmlns:a16="http://schemas.microsoft.com/office/drawing/2014/main" id="{AE3633FE-8FF6-4FC3-8422-483E7FAEDE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38">
              <a:extLst>
                <a:ext uri="{FF2B5EF4-FFF2-40B4-BE49-F238E27FC236}">
                  <a16:creationId xmlns:a16="http://schemas.microsoft.com/office/drawing/2014/main" id="{D233BC09-3785-4EA9-A80F-699EABFCD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39">
              <a:extLst>
                <a:ext uri="{FF2B5EF4-FFF2-40B4-BE49-F238E27FC236}">
                  <a16:creationId xmlns:a16="http://schemas.microsoft.com/office/drawing/2014/main" id="{DEFAAC70-9A33-41C4-9960-80B056E47F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40">
              <a:extLst>
                <a:ext uri="{FF2B5EF4-FFF2-40B4-BE49-F238E27FC236}">
                  <a16:creationId xmlns:a16="http://schemas.microsoft.com/office/drawing/2014/main" id="{FE1B6380-FA49-4E35-B2EB-BC1D322A0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41">
              <a:extLst>
                <a:ext uri="{FF2B5EF4-FFF2-40B4-BE49-F238E27FC236}">
                  <a16:creationId xmlns:a16="http://schemas.microsoft.com/office/drawing/2014/main" id="{F578AFE9-69B9-4FE3-A349-4640D49A58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42">
              <a:extLst>
                <a:ext uri="{FF2B5EF4-FFF2-40B4-BE49-F238E27FC236}">
                  <a16:creationId xmlns:a16="http://schemas.microsoft.com/office/drawing/2014/main" id="{49C01CF4-73AC-40B8-8AA5-60072CBB34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43">
              <a:extLst>
                <a:ext uri="{FF2B5EF4-FFF2-40B4-BE49-F238E27FC236}">
                  <a16:creationId xmlns:a16="http://schemas.microsoft.com/office/drawing/2014/main" id="{B4DA1C3D-282A-4010-9263-E2F62D79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44">
              <a:extLst>
                <a:ext uri="{FF2B5EF4-FFF2-40B4-BE49-F238E27FC236}">
                  <a16:creationId xmlns:a16="http://schemas.microsoft.com/office/drawing/2014/main" id="{52475A43-7A28-4A0F-BA58-C070BB882B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Rectangle 45">
              <a:extLst>
                <a:ext uri="{FF2B5EF4-FFF2-40B4-BE49-F238E27FC236}">
                  <a16:creationId xmlns:a16="http://schemas.microsoft.com/office/drawing/2014/main" id="{0C7241CC-AC61-4580-A46E-C217B329EB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46">
              <a:extLst>
                <a:ext uri="{FF2B5EF4-FFF2-40B4-BE49-F238E27FC236}">
                  <a16:creationId xmlns:a16="http://schemas.microsoft.com/office/drawing/2014/main" id="{584FF8AA-E75D-483B-A344-7022541CF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47">
              <a:extLst>
                <a:ext uri="{FF2B5EF4-FFF2-40B4-BE49-F238E27FC236}">
                  <a16:creationId xmlns:a16="http://schemas.microsoft.com/office/drawing/2014/main" id="{AFF0ABD2-8247-432E-9F13-CCB7D0E620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48">
              <a:extLst>
                <a:ext uri="{FF2B5EF4-FFF2-40B4-BE49-F238E27FC236}">
                  <a16:creationId xmlns:a16="http://schemas.microsoft.com/office/drawing/2014/main" id="{8779D639-A8BE-46A3-BF82-B0498C363B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49">
              <a:extLst>
                <a:ext uri="{FF2B5EF4-FFF2-40B4-BE49-F238E27FC236}">
                  <a16:creationId xmlns:a16="http://schemas.microsoft.com/office/drawing/2014/main" id="{62C75AD3-B601-4AB8-A449-C0375B263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50">
              <a:extLst>
                <a:ext uri="{FF2B5EF4-FFF2-40B4-BE49-F238E27FC236}">
                  <a16:creationId xmlns:a16="http://schemas.microsoft.com/office/drawing/2014/main" id="{7CEBAD4A-BB32-451F-B1E1-48D6F52EBD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51">
              <a:extLst>
                <a:ext uri="{FF2B5EF4-FFF2-40B4-BE49-F238E27FC236}">
                  <a16:creationId xmlns:a16="http://schemas.microsoft.com/office/drawing/2014/main" id="{9EA19F7F-29F8-4DF4-AB9B-C4D507FA7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52">
              <a:extLst>
                <a:ext uri="{FF2B5EF4-FFF2-40B4-BE49-F238E27FC236}">
                  <a16:creationId xmlns:a16="http://schemas.microsoft.com/office/drawing/2014/main" id="{9A6E14CB-BA29-40ED-B9E1-9AF554AFDE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53">
              <a:extLst>
                <a:ext uri="{FF2B5EF4-FFF2-40B4-BE49-F238E27FC236}">
                  <a16:creationId xmlns:a16="http://schemas.microsoft.com/office/drawing/2014/main" id="{384A67CA-9AF3-4473-9BC7-2C48C4326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Freeform 54">
              <a:extLst>
                <a:ext uri="{FF2B5EF4-FFF2-40B4-BE49-F238E27FC236}">
                  <a16:creationId xmlns:a16="http://schemas.microsoft.com/office/drawing/2014/main" id="{9DE1AF00-9D03-4DFB-B862-C86659628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Freeform 55">
              <a:extLst>
                <a:ext uri="{FF2B5EF4-FFF2-40B4-BE49-F238E27FC236}">
                  <a16:creationId xmlns:a16="http://schemas.microsoft.com/office/drawing/2014/main" id="{03D15E32-C507-4B36-B9AB-BD0A1AEBD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5" name="Freeform 56">
              <a:extLst>
                <a:ext uri="{FF2B5EF4-FFF2-40B4-BE49-F238E27FC236}">
                  <a16:creationId xmlns:a16="http://schemas.microsoft.com/office/drawing/2014/main" id="{978B3024-1C05-4858-A919-0ABF75EF7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Freeform 57">
              <a:extLst>
                <a:ext uri="{FF2B5EF4-FFF2-40B4-BE49-F238E27FC236}">
                  <a16:creationId xmlns:a16="http://schemas.microsoft.com/office/drawing/2014/main" id="{04B0C1D6-8B63-4D35-83C5-5D4331190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Freeform 58">
              <a:extLst>
                <a:ext uri="{FF2B5EF4-FFF2-40B4-BE49-F238E27FC236}">
                  <a16:creationId xmlns:a16="http://schemas.microsoft.com/office/drawing/2014/main" id="{C0409678-BF82-43B2-8F95-46A5A0E186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D35C4D0-C69F-B11E-9A90-0C927C594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7233" y="4539573"/>
            <a:ext cx="8957534" cy="11828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/>
              <a:t>Channel Estimation</a:t>
            </a:r>
          </a:p>
        </p:txBody>
      </p:sp>
      <p:sp>
        <p:nvSpPr>
          <p:cNvPr id="259" name="Round Diagonal Corner Rectangle 6">
            <a:extLst>
              <a:ext uri="{FF2B5EF4-FFF2-40B4-BE49-F238E27FC236}">
                <a16:creationId xmlns:a16="http://schemas.microsoft.com/office/drawing/2014/main" id="{9CE97880-B96A-4BF9-BFFB-34DAA44F8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974" y="639965"/>
            <a:ext cx="10879991" cy="3598548"/>
          </a:xfrm>
          <a:prstGeom prst="round2DiagRect">
            <a:avLst>
              <a:gd name="adj1" fmla="val 9529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graph&#10;&#10;AI-generated content may be incorrect.">
            <a:extLst>
              <a:ext uri="{FF2B5EF4-FFF2-40B4-BE49-F238E27FC236}">
                <a16:creationId xmlns:a16="http://schemas.microsoft.com/office/drawing/2014/main" id="{07A10066-3E73-770C-6669-FEA69C43D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9316" y="951493"/>
            <a:ext cx="3480108" cy="2975493"/>
          </a:xfrm>
          <a:prstGeom prst="rect">
            <a:avLst/>
          </a:prstGeom>
        </p:spPr>
      </p:pic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94E9379D-73B4-B1FC-B105-7C9053D4D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9115" y="951493"/>
            <a:ext cx="3510906" cy="297549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2D32D-C550-F16F-0A53-E089C9B9D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6911" y="6309360"/>
            <a:ext cx="7710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6D22F896-40B5-4ADD-8801-0D06FADFA095}" type="slidenum">
              <a:rPr lang="en-US"/>
              <a:pPr defTabSz="914400">
                <a:spcAft>
                  <a:spcPts val="600"/>
                </a:spcAft>
              </a:pPr>
              <a:t>15</a:t>
            </a:fld>
            <a:endParaRPr lang="en-US"/>
          </a:p>
        </p:txBody>
      </p:sp>
      <p:pic>
        <p:nvPicPr>
          <p:cNvPr id="11" name="Picture 2" descr="Pointer location with i am here text 5005073 Vector Art at Vecteezy">
            <a:extLst>
              <a:ext uri="{FF2B5EF4-FFF2-40B4-BE49-F238E27FC236}">
                <a16:creationId xmlns:a16="http://schemas.microsoft.com/office/drawing/2014/main" id="{F1E977B9-F0C2-2829-1B39-22A584B4C1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939" b="90000" l="10000" r="90000">
                        <a14:foregroundMark x1="57755" y1="9184" x2="44796" y2="9490"/>
                        <a14:foregroundMark x1="44796" y1="9490" x2="43980" y2="9184"/>
                        <a14:foregroundMark x1="52041" y1="6939" x2="51327" y2="6939"/>
                        <a14:foregroundMark x1="31837" y1="18469" x2="34184" y2="45714"/>
                        <a14:foregroundMark x1="34184" y1="45714" x2="43163" y2="28265"/>
                        <a14:foregroundMark x1="43163" y1="28265" x2="45918" y2="12653"/>
                        <a14:foregroundMark x1="49082" y1="12347" x2="57449" y2="32143"/>
                        <a14:foregroundMark x1="57449" y1="32143" x2="57857" y2="45510"/>
                        <a14:foregroundMark x1="57857" y1="45510" x2="35714" y2="42143"/>
                        <a14:foregroundMark x1="36939" y1="43673" x2="37245" y2="23265"/>
                        <a14:foregroundMark x1="34388" y1="45306" x2="43776" y2="35918"/>
                        <a14:foregroundMark x1="43776" y1="35918" x2="40204" y2="37653"/>
                        <a14:foregroundMark x1="43061" y1="38265" x2="53571" y2="48776"/>
                        <a14:foregroundMark x1="53571" y1="48776" x2="43980" y2="37857"/>
                        <a14:foregroundMark x1="43980" y1="37857" x2="55816" y2="31735"/>
                        <a14:foregroundMark x1="55816" y1="31735" x2="51633" y2="23265"/>
                        <a14:foregroundMark x1="55816" y1="31224" x2="60612" y2="25510"/>
                        <a14:foregroundMark x1="60612" y1="24796" x2="61224" y2="30612"/>
                        <a14:foregroundMark x1="60306" y1="36327" x2="61224" y2="42755"/>
                        <a14:foregroundMark x1="52347" y1="37347" x2="52347" y2="43673"/>
                        <a14:foregroundMark x1="46224" y1="24490" x2="45918" y2="31224"/>
                        <a14:foregroundMark x1="46837" y1="24796" x2="48469" y2="30612"/>
                        <a14:foregroundMark x1="50102" y1="30612" x2="47857" y2="24796"/>
                        <a14:foregroundMark x1="32143" y1="24184" x2="29592" y2="34082"/>
                        <a14:foregroundMark x1="33163" y1="47245" x2="41735" y2="52041"/>
                        <a14:foregroundMark x1="49082" y1="12959" x2="61735" y2="16735"/>
                        <a14:foregroundMark x1="61735" y1="16735" x2="68980" y2="27449"/>
                        <a14:foregroundMark x1="68980" y1="27449" x2="69898" y2="30306"/>
                        <a14:foregroundMark x1="69286" y1="31531" x2="67143" y2="44388"/>
                        <a14:foregroundMark x1="67143" y1="44388" x2="57143" y2="53163"/>
                        <a14:foregroundMark x1="57143" y1="53163" x2="44286" y2="54082"/>
                        <a14:foregroundMark x1="44286" y1="54082" x2="42041" y2="5204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1573" y="4362648"/>
            <a:ext cx="1958580" cy="1958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71842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10956-ADA0-9DCF-BE87-19761214B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B98DC-0C32-856F-0107-3FEF55256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my next steps?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88A62-36E1-063A-B39C-6E3C23CC43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685925"/>
            <a:ext cx="9368250" cy="4608513"/>
          </a:xfrm>
        </p:spPr>
        <p:txBody>
          <a:bodyPr>
            <a:normAutofit/>
          </a:bodyPr>
          <a:lstStyle/>
          <a:p>
            <a:r>
              <a:rPr lang="en-US" dirty="0"/>
              <a:t>Muster up the courage to dive into my codebase and create a data management system.</a:t>
            </a:r>
          </a:p>
          <a:p>
            <a:r>
              <a:rPr lang="en-US" dirty="0"/>
              <a:t>Dive into my codebase and create a data management system.</a:t>
            </a:r>
          </a:p>
          <a:p>
            <a:r>
              <a:rPr lang="en-US" dirty="0"/>
              <a:t>Make my OFDM signals have more carriers or</a:t>
            </a:r>
          </a:p>
          <a:p>
            <a:pPr marL="0" indent="0">
              <a:buNone/>
            </a:pPr>
            <a:r>
              <a:rPr lang="en-US" dirty="0"/>
              <a:t>	increase channel spacing.</a:t>
            </a:r>
          </a:p>
          <a:p>
            <a:r>
              <a:rPr lang="en-US" dirty="0"/>
              <a:t>Building some sort of rig to make testing easier.</a:t>
            </a:r>
          </a:p>
          <a:p>
            <a:r>
              <a:rPr lang="en-US" dirty="0"/>
              <a:t>Do some 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44AB1-4D40-12AF-C6C5-B654D6CE0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1590C-79CD-F797-C0D8-0DD6D0E2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47" y="3364020"/>
            <a:ext cx="3776666" cy="247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139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A4433-26DE-D5B8-7EA2-5E19B0F2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FDA8-4753-BA37-249F-0A44A1C22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B76D8-2988-10C5-AD1D-63D925B1A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685925"/>
            <a:ext cx="9368250" cy="46085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Questions are welcome!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 Up: </a:t>
            </a:r>
            <a:r>
              <a:rPr lang="en-US" dirty="0" err="1"/>
              <a:t>Mishay</a:t>
            </a:r>
            <a:r>
              <a:rPr lang="en-US" dirty="0"/>
              <a:t> Naidoo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59475-A55F-9C58-8888-55811F68C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7369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8621</TotalTime>
  <Words>252</Words>
  <Application>Microsoft Macintosh PowerPoint</Application>
  <PresentationFormat>Widescreen</PresentationFormat>
  <Paragraphs>59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Tw Cen MT</vt:lpstr>
      <vt:lpstr>Wingdings</vt:lpstr>
      <vt:lpstr>Circuit</vt:lpstr>
      <vt:lpstr>Implementation of a Single pulse ofdm Based classification radar</vt:lpstr>
      <vt:lpstr>Lets do this in FAQ form</vt:lpstr>
      <vt:lpstr>What is a typical single pulse RADAR?</vt:lpstr>
      <vt:lpstr>What is OFDM?</vt:lpstr>
      <vt:lpstr>So why are we combining the two technologies?</vt:lpstr>
      <vt:lpstr>But how do we get a channel estimation?</vt:lpstr>
      <vt:lpstr>Ok so how far along am I?</vt:lpstr>
      <vt:lpstr>Creating a simple ofdm signal</vt:lpstr>
      <vt:lpstr>Constellation mapping</vt:lpstr>
      <vt:lpstr>Doing ifft and IQ splitting</vt:lpstr>
      <vt:lpstr>Transmission and Receival of signal</vt:lpstr>
      <vt:lpstr>Cross correlation and distance mapping</vt:lpstr>
      <vt:lpstr>Exact same process but with a target</vt:lpstr>
      <vt:lpstr>Pulse Integration</vt:lpstr>
      <vt:lpstr>Channel Estimation</vt:lpstr>
      <vt:lpstr>What are my next steps?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Rory Schram</dc:creator>
  <cp:lastModifiedBy>Rory Schram</cp:lastModifiedBy>
  <cp:revision>9</cp:revision>
  <dcterms:created xsi:type="dcterms:W3CDTF">2025-01-29T10:59:11Z</dcterms:created>
  <dcterms:modified xsi:type="dcterms:W3CDTF">2025-02-04T10:41:09Z</dcterms:modified>
</cp:coreProperties>
</file>