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33"/>
  </p:normalViewPr>
  <p:slideViewPr>
    <p:cSldViewPr snapToGrid="0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0FEAB-BC54-C548-9575-F27030D47CA5}" type="datetimeFigureOut">
              <a:rPr lang="en-US" smtClean="0"/>
              <a:t>1/29/25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EB238D-261F-6E44-8704-D8C57C60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15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1AA6914-78DE-6345-88C6-F630D2EF8C2A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2E01-0F52-9F43-8A2E-F793B55DB1B2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AB2B-C925-C84C-969B-C0E48A2EA19A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F32E-9AA5-7844-9601-0FC73D8A05C2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D6623-B331-BD41-A585-1EBA3F4A5C3B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69F7E-1D1C-2F47-8270-097434FD8B2D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AC3F-6594-014C-895E-B52F768EEE10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F8F0-24FB-CA48-9DCA-19A422ABE65D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E50B-A26A-5B40-B71F-C0E661F1FA80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F694-594F-1346-A664-EE3489DD6277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864ED-10F8-7848-B2EA-CD3705F6EF3D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993B-3ABC-6E4A-AD56-FA85417EA112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643E6-A7DF-3249-A65A-0F91FA81074A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F52A-D81F-204F-82C7-2B9E586C8741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04ECF-DA01-4242-898A-94EA535F222E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D52AE-F34F-1A40-A892-5A250BDE2155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310DC-4D59-5648-B385-226C5C2F8482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DC5B6-F194-C74C-A77D-09058D833F0C}" type="datetime1">
              <a:rPr lang="en-ZA" smtClean="0"/>
              <a:t>2025/01/29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11B82-C41D-C6A1-7421-D5429E763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479676"/>
          </a:xfrm>
        </p:spPr>
        <p:txBody>
          <a:bodyPr>
            <a:normAutofit/>
          </a:bodyPr>
          <a:lstStyle/>
          <a:p>
            <a:r>
              <a:rPr lang="en-US" dirty="0"/>
              <a:t>Implementation of a Single pulse </a:t>
            </a:r>
            <a:r>
              <a:rPr lang="en-US" dirty="0" err="1"/>
              <a:t>ofdm</a:t>
            </a:r>
            <a:r>
              <a:rPr lang="en-US" dirty="0"/>
              <a:t> Based classification radar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FEE3A-C0D0-DEF5-2FC1-BCF68CD32A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Rory Schram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CFF1F-F551-9D37-F33B-0F74DAF0F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025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F928-EF58-09EB-3E51-757E00955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My project in FAQ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89F98-1E33-6A96-2D19-13D278644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typical single pulse RADAR?</a:t>
            </a:r>
          </a:p>
          <a:p>
            <a:r>
              <a:rPr lang="en-US" dirty="0"/>
              <a:t>What is OFDM?</a:t>
            </a:r>
          </a:p>
          <a:p>
            <a:r>
              <a:rPr lang="en-US" dirty="0"/>
              <a:t>Why are we combining to two technologies?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F87D0-D452-A80D-DA86-634C9BCD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5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33E8A-4497-6944-434C-68C3A332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typical single pulse RADAR?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4F810-7C97-43F4-53C3-DA0E715D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pic>
        <p:nvPicPr>
          <p:cNvPr id="1026" name="Picture 2" descr="Electronic Warfare - RADAR SIGNAL CHARACTERISTICS - Full Afterburner">
            <a:extLst>
              <a:ext uri="{FF2B5EF4-FFF2-40B4-BE49-F238E27FC236}">
                <a16:creationId xmlns:a16="http://schemas.microsoft.com/office/drawing/2014/main" id="{6E928792-5795-CF08-25D1-5C24F8B3D7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064" y="2142913"/>
            <a:ext cx="10489872" cy="272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08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B81C-0D9A-32E6-6BFF-5F10F534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OFDM?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95601-8EB6-7C27-34BB-229EEF90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pic>
        <p:nvPicPr>
          <p:cNvPr id="2050" name="Picture 2" descr="LTE radio and Orthogonal Frequency Division Multiplexing (OFDM)">
            <a:extLst>
              <a:ext uri="{FF2B5EF4-FFF2-40B4-BE49-F238E27FC236}">
                <a16:creationId xmlns:a16="http://schemas.microsoft.com/office/drawing/2014/main" id="{55F3FED2-3E6C-9834-7348-81ADE9A50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011" y="1934263"/>
            <a:ext cx="4622800" cy="413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042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E52BA-5ED9-DA69-51BB-17F326D1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DA34-407F-BD25-796D-7AA8AD015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 that is cool, but like how is it useful?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3D534-B5B2-ADB3-F69D-CE28BC36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411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EF82-B906-170F-0042-A16A1378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are we combining to two technologies?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E5767-FDF2-B083-9851-E687BD6E4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196CF-25D7-F10C-011D-2DDC89C17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7321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7304</TotalTime>
  <Words>77</Words>
  <Application>Microsoft Macintosh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Tw Cen MT</vt:lpstr>
      <vt:lpstr>Circuit</vt:lpstr>
      <vt:lpstr>Implementation of a Single pulse ofdm Based classification radar</vt:lpstr>
      <vt:lpstr>Recap of My project in FAQ form</vt:lpstr>
      <vt:lpstr>What is a typical single pulse RADAR?</vt:lpstr>
      <vt:lpstr>What is OFDM?</vt:lpstr>
      <vt:lpstr>Ok that is cool, but like how is it useful?</vt:lpstr>
      <vt:lpstr>Why are we combining to two technologies?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Rory Schram</dc:creator>
  <cp:lastModifiedBy>Rory Schram</cp:lastModifiedBy>
  <cp:revision>3</cp:revision>
  <dcterms:created xsi:type="dcterms:W3CDTF">2025-01-29T10:59:11Z</dcterms:created>
  <dcterms:modified xsi:type="dcterms:W3CDTF">2025-02-03T12:43:18Z</dcterms:modified>
</cp:coreProperties>
</file>